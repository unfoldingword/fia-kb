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16"/>
  </p:notesMasterIdLst>
  <p:sldIdLst>
    <p:sldId id="266" r:id="rId5"/>
    <p:sldId id="290" r:id="rId6"/>
    <p:sldId id="296" r:id="rId7"/>
    <p:sldId id="292" r:id="rId8"/>
    <p:sldId id="291" r:id="rId9"/>
    <p:sldId id="286" r:id="rId10"/>
    <p:sldId id="287" r:id="rId11"/>
    <p:sldId id="294" r:id="rId12"/>
    <p:sldId id="295" r:id="rId13"/>
    <p:sldId id="293" r:id="rId14"/>
    <p:sldId id="274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456" userDrawn="1">
          <p15:clr>
            <a:srgbClr val="A4A3A4"/>
          </p15:clr>
        </p15:guide>
        <p15:guide id="3" pos="3840" userDrawn="1">
          <p15:clr>
            <a:srgbClr val="A4A3A4"/>
          </p15:clr>
        </p15:guide>
        <p15:guide id="4" pos="7224" userDrawn="1">
          <p15:clr>
            <a:srgbClr val="A4A3A4"/>
          </p15:clr>
        </p15:guide>
        <p15:guide id="5" orient="horz" pos="408" userDrawn="1">
          <p15:clr>
            <a:srgbClr val="A4A3A4"/>
          </p15:clr>
        </p15:guide>
        <p15:guide id="6" orient="horz" pos="139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6183"/>
    <a:srgbClr val="F07F0A"/>
    <a:srgbClr val="5D8E53"/>
    <a:srgbClr val="E3DED1"/>
    <a:srgbClr val="E5DACF"/>
    <a:srgbClr val="4E8542"/>
    <a:srgbClr val="1A587C"/>
    <a:srgbClr val="66945B"/>
    <a:srgbClr val="FDF9E2"/>
    <a:srgbClr val="231F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0564"/>
    <p:restoredTop sz="70411"/>
  </p:normalViewPr>
  <p:slideViewPr>
    <p:cSldViewPr snapToGrid="0" showGuides="1">
      <p:cViewPr varScale="1">
        <p:scale>
          <a:sx n="87" d="100"/>
          <a:sy n="87" d="100"/>
        </p:scale>
        <p:origin x="1120" y="200"/>
      </p:cViewPr>
      <p:guideLst>
        <p:guide orient="horz" pos="2184"/>
        <p:guide pos="456"/>
        <p:guide pos="3840"/>
        <p:guide pos="7224"/>
        <p:guide orient="horz" pos="408"/>
        <p:guide orient="horz" pos="1392"/>
      </p:guideLst>
    </p:cSldViewPr>
  </p:slideViewPr>
  <p:notesTextViewPr>
    <p:cViewPr>
      <p:scale>
        <a:sx n="130" d="100"/>
        <a:sy n="13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067D9-116D-3843-ABDF-D6546C1962D4}" type="datetimeFigureOut">
              <a:rPr lang="en-US" smtClean="0"/>
              <a:t>8/30/25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9D21CC-DD94-204E-93C8-E1AAF3084C8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510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559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23768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5914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5C150-16CB-5171-62ED-990B40AFE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CDE257-659D-AFD0-C3F5-B8839C4AFB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B36E0D-949D-6A4A-F820-F2474595E1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1716F-6A70-CF14-2366-48D828DA15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5330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35488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07177-E578-9BD9-5453-D8E6586D18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5A6E3E-4D0E-47D7-7606-D6474B1E3F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6C7CA3-8780-5541-1DE8-4266E9E9A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877824">
              <a:spcAft>
                <a:spcPts val="600"/>
              </a:spcAft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Embodied Epistemology</a:t>
            </a:r>
          </a:p>
          <a:p>
            <a:pPr defTabSz="877824">
              <a:spcAft>
                <a:spcPts val="600"/>
              </a:spcAft>
            </a:pPr>
            <a:r>
              <a:rPr lang="en-US" sz="1200" i="1" dirty="0"/>
              <a:t>Full body, multisensory, experiential learning. </a:t>
            </a:r>
            <a:endParaRPr lang="en-US" sz="1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n-US" dirty="0"/>
          </a:p>
          <a:p>
            <a:pPr defTabSz="877824">
              <a:spcAft>
                <a:spcPts val="600"/>
              </a:spcAft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Communal Semiotics</a:t>
            </a:r>
          </a:p>
          <a:p>
            <a:pPr defTabSz="877824">
              <a:spcAft>
                <a:spcPts val="600"/>
              </a:spcAft>
            </a:pPr>
            <a:r>
              <a:rPr lang="en-US" sz="1200" i="1" dirty="0"/>
              <a:t>Interpreting meaning within community. </a:t>
            </a:r>
            <a:endParaRPr lang="en-US" sz="1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>
              <a:spcAft>
                <a:spcPts val="600"/>
              </a:spcAft>
            </a:pPr>
            <a:endParaRPr lang="en-US" dirty="0"/>
          </a:p>
          <a:p>
            <a:pPr defTabSz="877824">
              <a:spcAft>
                <a:spcPts val="600"/>
              </a:spcAft>
            </a:pPr>
            <a:r>
              <a:rPr lang="en-US" sz="1200" b="1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Narrative Rationality </a:t>
            </a:r>
          </a:p>
          <a:p>
            <a:pPr defTabSz="877824">
              <a:spcAft>
                <a:spcPts val="600"/>
              </a:spcAft>
            </a:pPr>
            <a:r>
              <a:rPr lang="en-US" sz="1200" i="1" dirty="0"/>
              <a:t>Making sense of concepts by placing them within narrative.  </a:t>
            </a:r>
            <a:endParaRPr lang="en-US" sz="1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4ACBFE-E6A1-C84B-E309-E47165A74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77041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298DF-7EB8-71EF-D6F6-05A690150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EBBC83-9F90-FD7F-4342-D9F5271392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98ECC1-2998-528D-30D2-821027451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209DAD-66CA-2F30-694B-52FE0D83AE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44448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30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30418-68C9-A5E8-CBEF-0241E79E2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545AFD7-48AE-DEB1-9E03-4A769140FE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2FE81A-5023-A666-CBE0-336CC50D37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27666E-4F6C-E6C9-F953-9579BAED11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70397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9D21CC-DD94-204E-93C8-E1AAF3084C8D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8687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11" Type="http://schemas.openxmlformats.org/officeDocument/2006/relationships/image" Target="../media/image2.svg"/><Relationship Id="rId5" Type="http://schemas.openxmlformats.org/officeDocument/2006/relationships/image" Target="../media/image6.sv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7" Type="http://schemas.openxmlformats.org/officeDocument/2006/relationships/image" Target="../media/image18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5.svg"/><Relationship Id="rId7" Type="http://schemas.openxmlformats.org/officeDocument/2006/relationships/image" Target="../media/image27.svg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6.png"/><Relationship Id="rId11" Type="http://schemas.openxmlformats.org/officeDocument/2006/relationships/image" Target="../media/image31.svg"/><Relationship Id="rId5" Type="http://schemas.openxmlformats.org/officeDocument/2006/relationships/image" Target="../media/image2.svg"/><Relationship Id="rId10" Type="http://schemas.openxmlformats.org/officeDocument/2006/relationships/image" Target="../media/image30.png"/><Relationship Id="rId4" Type="http://schemas.openxmlformats.org/officeDocument/2006/relationships/image" Target="../media/image1.png"/><Relationship Id="rId9" Type="http://schemas.openxmlformats.org/officeDocument/2006/relationships/image" Target="../media/image29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svg"/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39.svg"/><Relationship Id="rId7" Type="http://schemas.openxmlformats.org/officeDocument/2006/relationships/image" Target="../media/image18.svg"/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7.png"/><Relationship Id="rId5" Type="http://schemas.openxmlformats.org/officeDocument/2006/relationships/image" Target="../media/image41.svg"/><Relationship Id="rId4" Type="http://schemas.openxmlformats.org/officeDocument/2006/relationships/image" Target="../media/image40.png"/><Relationship Id="rId9" Type="http://schemas.openxmlformats.org/officeDocument/2006/relationships/image" Target="../media/image23.sv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B4A24E8-C109-4F3A-CEE5-84689AA13B2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0949" b="27959"/>
          <a:stretch>
            <a:fillRect/>
          </a:stretch>
        </p:blipFill>
        <p:spPr>
          <a:xfrm>
            <a:off x="9830598" y="1496755"/>
            <a:ext cx="2361462" cy="5361246"/>
          </a:xfrm>
          <a:custGeom>
            <a:avLst/>
            <a:gdLst>
              <a:gd name="connsiteX0" fmla="*/ 0 w 2361462"/>
              <a:gd name="connsiteY0" fmla="*/ 0 h 5361246"/>
              <a:gd name="connsiteX1" fmla="*/ 2361462 w 2361462"/>
              <a:gd name="connsiteY1" fmla="*/ 0 h 5361246"/>
              <a:gd name="connsiteX2" fmla="*/ 2361462 w 2361462"/>
              <a:gd name="connsiteY2" fmla="*/ 5361246 h 5361246"/>
              <a:gd name="connsiteX3" fmla="*/ 0 w 2361462"/>
              <a:gd name="connsiteY3" fmla="*/ 5361246 h 53612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361462" h="5361246">
                <a:moveTo>
                  <a:pt x="0" y="0"/>
                </a:moveTo>
                <a:lnTo>
                  <a:pt x="2361462" y="0"/>
                </a:lnTo>
                <a:lnTo>
                  <a:pt x="2361462" y="5361246"/>
                </a:lnTo>
                <a:lnTo>
                  <a:pt x="0" y="5361246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9497D1C-2169-2658-B8BB-0495216A4BA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0421" b="19612"/>
          <a:stretch>
            <a:fillRect/>
          </a:stretch>
        </p:blipFill>
        <p:spPr>
          <a:xfrm>
            <a:off x="10352634" y="2036470"/>
            <a:ext cx="1839366" cy="4821530"/>
          </a:xfrm>
          <a:custGeom>
            <a:avLst/>
            <a:gdLst>
              <a:gd name="connsiteX0" fmla="*/ 0 w 1777810"/>
              <a:gd name="connsiteY0" fmla="*/ 0 h 4821530"/>
              <a:gd name="connsiteX1" fmla="*/ 1777810 w 1777810"/>
              <a:gd name="connsiteY1" fmla="*/ 0 h 4821530"/>
              <a:gd name="connsiteX2" fmla="*/ 1777810 w 1777810"/>
              <a:gd name="connsiteY2" fmla="*/ 4821530 h 4821530"/>
              <a:gd name="connsiteX3" fmla="*/ 0 w 1777810"/>
              <a:gd name="connsiteY3" fmla="*/ 4821530 h 48215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77810" h="4821530">
                <a:moveTo>
                  <a:pt x="0" y="0"/>
                </a:moveTo>
                <a:lnTo>
                  <a:pt x="1777810" y="0"/>
                </a:lnTo>
                <a:lnTo>
                  <a:pt x="1777810" y="4821530"/>
                </a:lnTo>
                <a:lnTo>
                  <a:pt x="0" y="4821530"/>
                </a:lnTo>
                <a:close/>
              </a:path>
            </a:pathLst>
          </a:cu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A85067D-406E-8FBD-CAD7-FC3FEDE4100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4917240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CCC84229-A616-7DBF-80DE-339B893E9C3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6010" t="41466"/>
          <a:stretch>
            <a:fillRect/>
          </a:stretch>
        </p:blipFill>
        <p:spPr>
          <a:xfrm>
            <a:off x="2" y="2"/>
            <a:ext cx="3767431" cy="1009819"/>
          </a:xfrm>
          <a:custGeom>
            <a:avLst/>
            <a:gdLst>
              <a:gd name="connsiteX0" fmla="*/ 0 w 3767431"/>
              <a:gd name="connsiteY0" fmla="*/ 0 h 1009819"/>
              <a:gd name="connsiteX1" fmla="*/ 3767431 w 3767431"/>
              <a:gd name="connsiteY1" fmla="*/ 0 h 1009819"/>
              <a:gd name="connsiteX2" fmla="*/ 3767431 w 3767431"/>
              <a:gd name="connsiteY2" fmla="*/ 1009819 h 1009819"/>
              <a:gd name="connsiteX3" fmla="*/ 0 w 3767431"/>
              <a:gd name="connsiteY3" fmla="*/ 1009819 h 1009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7431" h="1009819">
                <a:moveTo>
                  <a:pt x="0" y="0"/>
                </a:moveTo>
                <a:lnTo>
                  <a:pt x="3767431" y="0"/>
                </a:lnTo>
                <a:lnTo>
                  <a:pt x="3767431" y="1009819"/>
                </a:lnTo>
                <a:lnTo>
                  <a:pt x="0" y="1009819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AFF238C4-81CD-3A8B-6CD4-36EC3C74A82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4427" r="11071"/>
          <a:stretch>
            <a:fillRect/>
          </a:stretch>
        </p:blipFill>
        <p:spPr>
          <a:xfrm>
            <a:off x="1" y="5590419"/>
            <a:ext cx="12192060" cy="522037"/>
          </a:xfrm>
          <a:custGeom>
            <a:avLst/>
            <a:gdLst>
              <a:gd name="connsiteX0" fmla="*/ 0 w 12192060"/>
              <a:gd name="connsiteY0" fmla="*/ 0 h 522037"/>
              <a:gd name="connsiteX1" fmla="*/ 12192060 w 12192060"/>
              <a:gd name="connsiteY1" fmla="*/ 0 h 522037"/>
              <a:gd name="connsiteX2" fmla="*/ 12192060 w 12192060"/>
              <a:gd name="connsiteY2" fmla="*/ 522037 h 522037"/>
              <a:gd name="connsiteX3" fmla="*/ 0 w 12192060"/>
              <a:gd name="connsiteY3" fmla="*/ 522037 h 522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60" h="522037">
                <a:moveTo>
                  <a:pt x="0" y="0"/>
                </a:moveTo>
                <a:lnTo>
                  <a:pt x="12192060" y="0"/>
                </a:lnTo>
                <a:lnTo>
                  <a:pt x="12192060" y="522037"/>
                </a:lnTo>
                <a:lnTo>
                  <a:pt x="0" y="522037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63E3A363-145F-206F-266C-B9E2B0FAB7DD}"/>
              </a:ext>
            </a:extLst>
          </p:cNvPr>
          <p:cNvSpPr/>
          <p:nvPr userDrawn="1"/>
        </p:nvSpPr>
        <p:spPr>
          <a:xfrm>
            <a:off x="9250598" y="471605"/>
            <a:ext cx="2157097" cy="2157097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DE02E05-595A-16CF-6266-62538DFC16D0}"/>
              </a:ext>
            </a:extLst>
          </p:cNvPr>
          <p:cNvSpPr/>
          <p:nvPr userDrawn="1"/>
        </p:nvSpPr>
        <p:spPr>
          <a:xfrm>
            <a:off x="7940285" y="4985135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D85649E-04BD-5186-BD79-8AA93DD3249B}"/>
              </a:ext>
            </a:extLst>
          </p:cNvPr>
          <p:cNvSpPr/>
          <p:nvPr userDrawn="1"/>
        </p:nvSpPr>
        <p:spPr>
          <a:xfrm>
            <a:off x="7940285" y="5679283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53DCF60-4DBD-60A8-147B-E448AF1810D5}"/>
              </a:ext>
            </a:extLst>
          </p:cNvPr>
          <p:cNvSpPr/>
          <p:nvPr userDrawn="1"/>
        </p:nvSpPr>
        <p:spPr>
          <a:xfrm>
            <a:off x="2930516" y="246834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9CAD9A-42EA-5081-7FB2-7E583DDE19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24912" y="2359152"/>
            <a:ext cx="6528816" cy="1883664"/>
          </a:xfrm>
        </p:spPr>
        <p:txBody>
          <a:bodyPr anchor="t">
            <a:noAutofit/>
          </a:bodyPr>
          <a:lstStyle>
            <a:lvl1pPr algn="l">
              <a:defRPr sz="59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B3C71F-CB44-ACA0-AF0E-CD2A4DA71F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912" y="1947672"/>
            <a:ext cx="5943600" cy="41148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6" name="Graphic 25">
            <a:extLst>
              <a:ext uri="{FF2B5EF4-FFF2-40B4-BE49-F238E27FC236}">
                <a16:creationId xmlns:a16="http://schemas.microsoft.com/office/drawing/2014/main" id="{0FD1BB09-A7ED-BA2F-D5C0-000FA9FC2469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13498771">
            <a:off x="1238845" y="2129773"/>
            <a:ext cx="1501346" cy="1501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755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roup 57">
            <a:extLst>
              <a:ext uri="{FF2B5EF4-FFF2-40B4-BE49-F238E27FC236}">
                <a16:creationId xmlns:a16="http://schemas.microsoft.com/office/drawing/2014/main" id="{7F9A3535-D85B-F023-B8C0-28D2FEAAD9E0}"/>
              </a:ext>
            </a:extLst>
          </p:cNvPr>
          <p:cNvGrpSpPr/>
          <p:nvPr userDrawn="1"/>
        </p:nvGrpSpPr>
        <p:grpSpPr>
          <a:xfrm>
            <a:off x="1" y="3827512"/>
            <a:ext cx="12198945" cy="3030489"/>
            <a:chOff x="1" y="3827512"/>
            <a:chExt cx="12198945" cy="3030489"/>
          </a:xfrm>
        </p:grpSpPr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C11C7D54-0954-B838-DA12-86EA86543A54}"/>
                </a:ext>
              </a:extLst>
            </p:cNvPr>
            <p:cNvSpPr/>
            <p:nvPr userDrawn="1"/>
          </p:nvSpPr>
          <p:spPr>
            <a:xfrm>
              <a:off x="11488761" y="5133340"/>
              <a:ext cx="521208" cy="1724660"/>
            </a:xfrm>
            <a:custGeom>
              <a:avLst/>
              <a:gdLst>
                <a:gd name="connsiteX0" fmla="*/ 834 w 513332"/>
                <a:gd name="connsiteY0" fmla="*/ -1393 h 1623974"/>
                <a:gd name="connsiteX1" fmla="*/ 514166 w 513332"/>
                <a:gd name="connsiteY1" fmla="*/ -1393 h 1623974"/>
                <a:gd name="connsiteX2" fmla="*/ 514166 w 513332"/>
                <a:gd name="connsiteY2" fmla="*/ 1622582 h 1623974"/>
                <a:gd name="connsiteX3" fmla="*/ 834 w 513332"/>
                <a:gd name="connsiteY3" fmla="*/ 1622582 h 1623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13332" h="1623974">
                  <a:moveTo>
                    <a:pt x="834" y="-1393"/>
                  </a:moveTo>
                  <a:lnTo>
                    <a:pt x="514166" y="-1393"/>
                  </a:lnTo>
                  <a:lnTo>
                    <a:pt x="514166" y="1622582"/>
                  </a:lnTo>
                  <a:lnTo>
                    <a:pt x="834" y="1622582"/>
                  </a:lnTo>
                  <a:close/>
                </a:path>
              </a:pathLst>
            </a:custGeom>
            <a:solidFill>
              <a:schemeClr val="accent1"/>
            </a:solidFill>
            <a:ln w="2820" cap="flat">
              <a:solidFill>
                <a:schemeClr val="accent1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pic>
          <p:nvPicPr>
            <p:cNvPr id="55" name="Graphic 54">
              <a:extLst>
                <a:ext uri="{FF2B5EF4-FFF2-40B4-BE49-F238E27FC236}">
                  <a16:creationId xmlns:a16="http://schemas.microsoft.com/office/drawing/2014/main" id="{E49D87C6-232E-E91C-0D76-756637414E8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l="9291" r="42583" b="30832"/>
            <a:stretch>
              <a:fillRect/>
            </a:stretch>
          </p:blipFill>
          <p:spPr>
            <a:xfrm>
              <a:off x="1" y="3827512"/>
              <a:ext cx="12198945" cy="3030489"/>
            </a:xfrm>
            <a:custGeom>
              <a:avLst/>
              <a:gdLst>
                <a:gd name="connsiteX0" fmla="*/ 0 w 12198945"/>
                <a:gd name="connsiteY0" fmla="*/ 0 h 3030489"/>
                <a:gd name="connsiteX1" fmla="*/ 12198945 w 12198945"/>
                <a:gd name="connsiteY1" fmla="*/ 0 h 3030489"/>
                <a:gd name="connsiteX2" fmla="*/ 12198945 w 12198945"/>
                <a:gd name="connsiteY2" fmla="*/ 1369519 h 3030489"/>
                <a:gd name="connsiteX3" fmla="*/ 11240822 w 12198945"/>
                <a:gd name="connsiteY3" fmla="*/ 1369519 h 3030489"/>
                <a:gd name="connsiteX4" fmla="*/ 11240822 w 12198945"/>
                <a:gd name="connsiteY4" fmla="*/ 3030489 h 3030489"/>
                <a:gd name="connsiteX5" fmla="*/ 0 w 12198945"/>
                <a:gd name="connsiteY5" fmla="*/ 3030489 h 3030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2198945" h="3030489">
                  <a:moveTo>
                    <a:pt x="0" y="0"/>
                  </a:moveTo>
                  <a:lnTo>
                    <a:pt x="12198945" y="0"/>
                  </a:lnTo>
                  <a:lnTo>
                    <a:pt x="12198945" y="1369519"/>
                  </a:lnTo>
                  <a:lnTo>
                    <a:pt x="11240822" y="1369519"/>
                  </a:lnTo>
                  <a:lnTo>
                    <a:pt x="11240822" y="3030489"/>
                  </a:lnTo>
                  <a:lnTo>
                    <a:pt x="0" y="3030489"/>
                  </a:lnTo>
                  <a:close/>
                </a:path>
              </a:pathLst>
            </a:cu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reeform 65">
            <a:extLst>
              <a:ext uri="{FF2B5EF4-FFF2-40B4-BE49-F238E27FC236}">
                <a16:creationId xmlns:a16="http://schemas.microsoft.com/office/drawing/2014/main" id="{232AA84F-639D-A24B-BB67-2694CC069C65}"/>
              </a:ext>
            </a:extLst>
          </p:cNvPr>
          <p:cNvSpPr/>
          <p:nvPr/>
        </p:nvSpPr>
        <p:spPr>
          <a:xfrm>
            <a:off x="838989" y="5178370"/>
            <a:ext cx="2157098" cy="1679630"/>
          </a:xfrm>
          <a:custGeom>
            <a:avLst/>
            <a:gdLst>
              <a:gd name="connsiteX0" fmla="*/ 1078549 w 2157098"/>
              <a:gd name="connsiteY0" fmla="*/ 0 h 1679630"/>
              <a:gd name="connsiteX1" fmla="*/ 2157098 w 2157098"/>
              <a:gd name="connsiteY1" fmla="*/ 1078549 h 1679630"/>
              <a:gd name="connsiteX2" fmla="*/ 2072341 w 2157098"/>
              <a:gd name="connsiteY2" fmla="*/ 1498369 h 1679630"/>
              <a:gd name="connsiteX3" fmla="*/ 1973955 w 2157098"/>
              <a:gd name="connsiteY3" fmla="*/ 1679630 h 1679630"/>
              <a:gd name="connsiteX4" fmla="*/ 183143 w 2157098"/>
              <a:gd name="connsiteY4" fmla="*/ 1679630 h 1679630"/>
              <a:gd name="connsiteX5" fmla="*/ 84758 w 2157098"/>
              <a:gd name="connsiteY5" fmla="*/ 1498369 h 1679630"/>
              <a:gd name="connsiteX6" fmla="*/ 0 w 2157098"/>
              <a:gd name="connsiteY6" fmla="*/ 1078549 h 1679630"/>
              <a:gd name="connsiteX7" fmla="*/ 1078549 w 2157098"/>
              <a:gd name="connsiteY7" fmla="*/ 0 h 16796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679630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1" y="1498369"/>
                </a:cubicBezTo>
                <a:lnTo>
                  <a:pt x="1973955" y="1679630"/>
                </a:lnTo>
                <a:lnTo>
                  <a:pt x="183143" y="1679630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9B8E7B-82C3-F9D6-9E34-8F76C40C8539}"/>
              </a:ext>
            </a:extLst>
          </p:cNvPr>
          <p:cNvSpPr/>
          <p:nvPr/>
        </p:nvSpPr>
        <p:spPr>
          <a:xfrm>
            <a:off x="9626717" y="49909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Footer Placeholder 59">
            <a:extLst>
              <a:ext uri="{FF2B5EF4-FFF2-40B4-BE49-F238E27FC236}">
                <a16:creationId xmlns:a16="http://schemas.microsoft.com/office/drawing/2014/main" id="{EACDB755-CEBA-6C68-443D-525463E80DA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1" name="Slide Number Placeholder 60">
            <a:extLst>
              <a:ext uri="{FF2B5EF4-FFF2-40B4-BE49-F238E27FC236}">
                <a16:creationId xmlns:a16="http://schemas.microsoft.com/office/drawing/2014/main" id="{307D0F4E-2944-C947-2B6E-0547303F25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239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" y="438912"/>
            <a:ext cx="8762246" cy="1325880"/>
          </a:xfrm>
        </p:spPr>
        <p:txBody>
          <a:bodyPr/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596636-128C-4D64-E63E-16619F5CDF2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0" y="1892808"/>
            <a:ext cx="8659368" cy="749808"/>
          </a:xfrm>
          <a:solidFill>
            <a:schemeClr val="accent1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D5E065C5-B7CB-9146-3A7C-A6F39CA9B2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183880" y="1792224"/>
            <a:ext cx="960120" cy="960120"/>
          </a:xfrm>
          <a:prstGeom prst="ellipse">
            <a:avLst/>
          </a:prstGeom>
          <a:solidFill>
            <a:schemeClr val="accent1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BD0306DB-B174-37A8-719D-C89F9EE118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0" y="2891790"/>
            <a:ext cx="8659368" cy="749808"/>
          </a:xfrm>
          <a:solidFill>
            <a:schemeClr val="accent2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D80DBC95-A30E-E3C3-6A02-0DE7F6995B6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183880" y="2784348"/>
            <a:ext cx="960120" cy="960120"/>
          </a:xfrm>
          <a:prstGeom prst="ellipse">
            <a:avLst/>
          </a:prstGeom>
          <a:solidFill>
            <a:schemeClr val="accent2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CFF0762B-1AD3-943D-F4CC-9D5CF57405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0" y="3890772"/>
            <a:ext cx="8659368" cy="749808"/>
          </a:xfrm>
          <a:solidFill>
            <a:schemeClr val="accent4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51060427-2619-E83D-D977-65854C7A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83880" y="3776472"/>
            <a:ext cx="960120" cy="960120"/>
          </a:xfrm>
          <a:prstGeom prst="ellipse">
            <a:avLst/>
          </a:prstGeom>
          <a:solidFill>
            <a:schemeClr val="accent4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8B28E366-646A-5633-0E0C-1BB99B27FD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0" y="4889754"/>
            <a:ext cx="8659368" cy="749808"/>
          </a:xfrm>
          <a:solidFill>
            <a:schemeClr val="tx1">
              <a:lumMod val="90000"/>
              <a:lumOff val="10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2A38A746-8D71-1D08-BD7B-347D1E5985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183880" y="4768596"/>
            <a:ext cx="960120" cy="960120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CB500DDB-4549-EAE1-1AA8-DBD382D2B9A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0" y="5888736"/>
            <a:ext cx="8659368" cy="749808"/>
          </a:xfrm>
          <a:solidFill>
            <a:schemeClr val="accent3">
              <a:lumMod val="75000"/>
            </a:schemeClr>
          </a:solidFill>
        </p:spPr>
        <p:txBody>
          <a:bodyPr lIns="713232" anchor="ctr">
            <a:noAutofit/>
          </a:bodyPr>
          <a:lstStyle>
            <a:lvl1pPr marL="0" indent="0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EC619F49-49DD-DF7B-37A0-6104FF3C2B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183880" y="5760720"/>
            <a:ext cx="960120" cy="960120"/>
          </a:xfrm>
          <a:prstGeom prst="ellipse">
            <a:avLst/>
          </a:prstGeom>
          <a:solidFill>
            <a:schemeClr val="accent3">
              <a:lumMod val="75000"/>
            </a:schemeClr>
          </a:solidFill>
          <a:ln w="63500">
            <a:solidFill>
              <a:schemeClr val="bg2"/>
            </a:solidFill>
          </a:ln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40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3161961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 hidden="1">
            <a:extLst>
              <a:ext uri="{FF2B5EF4-FFF2-40B4-BE49-F238E27FC236}">
                <a16:creationId xmlns:a16="http://schemas.microsoft.com/office/drawing/2014/main" id="{25EA7C35-FF1A-FBFD-05A2-718EB0D16B65}"/>
              </a:ext>
            </a:extLst>
          </p:cNvPr>
          <p:cNvSpPr/>
          <p:nvPr/>
        </p:nvSpPr>
        <p:spPr>
          <a:xfrm>
            <a:off x="233681" y="2011679"/>
            <a:ext cx="3195438" cy="3286867"/>
          </a:xfrm>
          <a:custGeom>
            <a:avLst/>
            <a:gdLst>
              <a:gd name="connsiteX0" fmla="*/ 2213 w 9357201"/>
              <a:gd name="connsiteY0" fmla="*/ -650 h 3276674"/>
              <a:gd name="connsiteX1" fmla="*/ 8009370 w 9357201"/>
              <a:gd name="connsiteY1" fmla="*/ -650 h 3276674"/>
              <a:gd name="connsiteX2" fmla="*/ 9359415 w 9357201"/>
              <a:gd name="connsiteY2" fmla="*/ 1355860 h 3276674"/>
              <a:gd name="connsiteX3" fmla="*/ 9359415 w 9357201"/>
              <a:gd name="connsiteY3" fmla="*/ 3276024 h 3276674"/>
              <a:gd name="connsiteX0" fmla="*/ 0 w 9357202"/>
              <a:gd name="connsiteY0" fmla="*/ 33 h 3276707"/>
              <a:gd name="connsiteX1" fmla="*/ 5765524 w 9357202"/>
              <a:gd name="connsiteY1" fmla="*/ 0 h 3276707"/>
              <a:gd name="connsiteX2" fmla="*/ 8007157 w 9357202"/>
              <a:gd name="connsiteY2" fmla="*/ 33 h 3276707"/>
              <a:gd name="connsiteX3" fmla="*/ 9357202 w 9357202"/>
              <a:gd name="connsiteY3" fmla="*/ 1356543 h 3276707"/>
              <a:gd name="connsiteX4" fmla="*/ 9357202 w 9357202"/>
              <a:gd name="connsiteY4" fmla="*/ 3276707 h 3276707"/>
              <a:gd name="connsiteX0" fmla="*/ 0 w 3591678"/>
              <a:gd name="connsiteY0" fmla="*/ 0 h 3276707"/>
              <a:gd name="connsiteX1" fmla="*/ 2241633 w 3591678"/>
              <a:gd name="connsiteY1" fmla="*/ 33 h 3276707"/>
              <a:gd name="connsiteX2" fmla="*/ 3591678 w 3591678"/>
              <a:gd name="connsiteY2" fmla="*/ 1356543 h 3276707"/>
              <a:gd name="connsiteX3" fmla="*/ 3591678 w 3591678"/>
              <a:gd name="connsiteY3" fmla="*/ 3276707 h 3276707"/>
              <a:gd name="connsiteX0" fmla="*/ 0 w 3408798"/>
              <a:gd name="connsiteY0" fmla="*/ 0 h 3276707"/>
              <a:gd name="connsiteX1" fmla="*/ 2058753 w 3408798"/>
              <a:gd name="connsiteY1" fmla="*/ 33 h 3276707"/>
              <a:gd name="connsiteX2" fmla="*/ 3408798 w 3408798"/>
              <a:gd name="connsiteY2" fmla="*/ 1356543 h 3276707"/>
              <a:gd name="connsiteX3" fmla="*/ 3408798 w 3408798"/>
              <a:gd name="connsiteY3" fmla="*/ 3276707 h 3276707"/>
              <a:gd name="connsiteX0" fmla="*/ 0 w 3225918"/>
              <a:gd name="connsiteY0" fmla="*/ 0 h 3286867"/>
              <a:gd name="connsiteX1" fmla="*/ 1875873 w 3225918"/>
              <a:gd name="connsiteY1" fmla="*/ 10193 h 3286867"/>
              <a:gd name="connsiteX2" fmla="*/ 3225918 w 3225918"/>
              <a:gd name="connsiteY2" fmla="*/ 1366703 h 3286867"/>
              <a:gd name="connsiteX3" fmla="*/ 3225918 w 3225918"/>
              <a:gd name="connsiteY3" fmla="*/ 3286867 h 3286867"/>
              <a:gd name="connsiteX0" fmla="*/ 0 w 3195438"/>
              <a:gd name="connsiteY0" fmla="*/ 0 h 3286867"/>
              <a:gd name="connsiteX1" fmla="*/ 1845393 w 3195438"/>
              <a:gd name="connsiteY1" fmla="*/ 10193 h 3286867"/>
              <a:gd name="connsiteX2" fmla="*/ 3195438 w 3195438"/>
              <a:gd name="connsiteY2" fmla="*/ 1366703 h 3286867"/>
              <a:gd name="connsiteX3" fmla="*/ 3195438 w 3195438"/>
              <a:gd name="connsiteY3" fmla="*/ 3286867 h 32868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5438" h="3286867">
                <a:moveTo>
                  <a:pt x="0" y="0"/>
                </a:moveTo>
                <a:lnTo>
                  <a:pt x="1845393" y="10193"/>
                </a:lnTo>
                <a:cubicBezTo>
                  <a:pt x="2591000" y="10193"/>
                  <a:pt x="3195438" y="617523"/>
                  <a:pt x="3195438" y="1366703"/>
                </a:cubicBezTo>
                <a:lnTo>
                  <a:pt x="3195438" y="3286867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Freeform: Shape 23" hidden="1">
            <a:extLst>
              <a:ext uri="{FF2B5EF4-FFF2-40B4-BE49-F238E27FC236}">
                <a16:creationId xmlns:a16="http://schemas.microsoft.com/office/drawing/2014/main" id="{B09E8213-E4A1-3E30-9198-8B68ABEE82B8}"/>
              </a:ext>
            </a:extLst>
          </p:cNvPr>
          <p:cNvSpPr/>
          <p:nvPr/>
        </p:nvSpPr>
        <p:spPr>
          <a:xfrm>
            <a:off x="3429117" y="4725899"/>
            <a:ext cx="8510941" cy="1366196"/>
          </a:xfrm>
          <a:custGeom>
            <a:avLst/>
            <a:gdLst>
              <a:gd name="connsiteX0" fmla="*/ 10980107 w 10977893"/>
              <a:gd name="connsiteY0" fmla="*/ -650 h 1365979"/>
              <a:gd name="connsiteX1" fmla="*/ 10980107 w 10977893"/>
              <a:gd name="connsiteY1" fmla="*/ 789104 h 1365979"/>
              <a:gd name="connsiteX2" fmla="*/ 10357989 w 10977893"/>
              <a:gd name="connsiteY2" fmla="*/ 1365329 h 1365979"/>
              <a:gd name="connsiteX3" fmla="*/ 624331 w 10977893"/>
              <a:gd name="connsiteY3" fmla="*/ 1365329 h 1365979"/>
              <a:gd name="connsiteX4" fmla="*/ 2213 w 10977893"/>
              <a:gd name="connsiteY4" fmla="*/ 789104 h 1365979"/>
              <a:gd name="connsiteX5" fmla="*/ 2213 w 10977893"/>
              <a:gd name="connsiteY5" fmla="*/ -650 h 1365979"/>
              <a:gd name="connsiteX0" fmla="*/ 10977894 w 10977894"/>
              <a:gd name="connsiteY0" fmla="*/ 0 h 1365979"/>
              <a:gd name="connsiteX1" fmla="*/ 10977894 w 10977894"/>
              <a:gd name="connsiteY1" fmla="*/ 789754 h 1365979"/>
              <a:gd name="connsiteX2" fmla="*/ 10355776 w 10977894"/>
              <a:gd name="connsiteY2" fmla="*/ 1365979 h 1365979"/>
              <a:gd name="connsiteX3" fmla="*/ 8724301 w 10977894"/>
              <a:gd name="connsiteY3" fmla="*/ 1362386 h 1365979"/>
              <a:gd name="connsiteX4" fmla="*/ 622118 w 10977894"/>
              <a:gd name="connsiteY4" fmla="*/ 1365979 h 1365979"/>
              <a:gd name="connsiteX5" fmla="*/ 0 w 10977894"/>
              <a:gd name="connsiteY5" fmla="*/ 789754 h 1365979"/>
              <a:gd name="connsiteX6" fmla="*/ 0 w 10977894"/>
              <a:gd name="connsiteY6" fmla="*/ 0 h 1365979"/>
              <a:gd name="connsiteX0" fmla="*/ 10977894 w 10977894"/>
              <a:gd name="connsiteY0" fmla="*/ 789754 h 1365979"/>
              <a:gd name="connsiteX1" fmla="*/ 10355776 w 10977894"/>
              <a:gd name="connsiteY1" fmla="*/ 1365979 h 1365979"/>
              <a:gd name="connsiteX2" fmla="*/ 8724301 w 10977894"/>
              <a:gd name="connsiteY2" fmla="*/ 1362386 h 1365979"/>
              <a:gd name="connsiteX3" fmla="*/ 622118 w 10977894"/>
              <a:gd name="connsiteY3" fmla="*/ 1365979 h 1365979"/>
              <a:gd name="connsiteX4" fmla="*/ 0 w 10977894"/>
              <a:gd name="connsiteY4" fmla="*/ 789754 h 1365979"/>
              <a:gd name="connsiteX5" fmla="*/ 0 w 10977894"/>
              <a:gd name="connsiteY5" fmla="*/ 0 h 1365979"/>
              <a:gd name="connsiteX0" fmla="*/ 10355776 w 10355776"/>
              <a:gd name="connsiteY0" fmla="*/ 1365979 h 1365979"/>
              <a:gd name="connsiteX1" fmla="*/ 8724301 w 10355776"/>
              <a:gd name="connsiteY1" fmla="*/ 1362386 h 1365979"/>
              <a:gd name="connsiteX2" fmla="*/ 622118 w 10355776"/>
              <a:gd name="connsiteY2" fmla="*/ 1365979 h 1365979"/>
              <a:gd name="connsiteX3" fmla="*/ 0 w 10355776"/>
              <a:gd name="connsiteY3" fmla="*/ 789754 h 1365979"/>
              <a:gd name="connsiteX4" fmla="*/ 0 w 10355776"/>
              <a:gd name="connsiteY4" fmla="*/ 0 h 1365979"/>
              <a:gd name="connsiteX0" fmla="*/ 8724301 w 8724301"/>
              <a:gd name="connsiteY0" fmla="*/ 1362386 h 1365979"/>
              <a:gd name="connsiteX1" fmla="*/ 622118 w 8724301"/>
              <a:gd name="connsiteY1" fmla="*/ 1365979 h 1365979"/>
              <a:gd name="connsiteX2" fmla="*/ 0 w 8724301"/>
              <a:gd name="connsiteY2" fmla="*/ 789754 h 1365979"/>
              <a:gd name="connsiteX3" fmla="*/ 0 w 8724301"/>
              <a:gd name="connsiteY3" fmla="*/ 0 h 1365979"/>
              <a:gd name="connsiteX0" fmla="*/ 8510941 w 8510941"/>
              <a:gd name="connsiteY0" fmla="*/ 1366196 h 1366196"/>
              <a:gd name="connsiteX1" fmla="*/ 622118 w 8510941"/>
              <a:gd name="connsiteY1" fmla="*/ 1365979 h 1366196"/>
              <a:gd name="connsiteX2" fmla="*/ 0 w 8510941"/>
              <a:gd name="connsiteY2" fmla="*/ 789754 h 1366196"/>
              <a:gd name="connsiteX3" fmla="*/ 0 w 8510941"/>
              <a:gd name="connsiteY3" fmla="*/ 0 h 13661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510941" h="1366196">
                <a:moveTo>
                  <a:pt x="8510941" y="1366196"/>
                </a:moveTo>
                <a:lnTo>
                  <a:pt x="622118" y="1365979"/>
                </a:lnTo>
                <a:cubicBezTo>
                  <a:pt x="278520" y="1365979"/>
                  <a:pt x="0" y="1107979"/>
                  <a:pt x="0" y="789754"/>
                </a:cubicBezTo>
                <a:lnTo>
                  <a:pt x="0" y="0"/>
                </a:lnTo>
              </a:path>
            </a:pathLst>
          </a:custGeom>
          <a:noFill/>
          <a:ln w="510466" cap="sq">
            <a:solidFill>
              <a:srgbClr val="00AA59"/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67CFF6C-EDBA-8B95-5C93-0B4BB5939B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9507" r="12032"/>
          <a:stretch/>
        </p:blipFill>
        <p:spPr>
          <a:xfrm>
            <a:off x="0" y="1779373"/>
            <a:ext cx="12192000" cy="4583992"/>
          </a:xfrm>
          <a:custGeom>
            <a:avLst/>
            <a:gdLst>
              <a:gd name="connsiteX0" fmla="*/ 0 w 12192000"/>
              <a:gd name="connsiteY0" fmla="*/ 0 h 4583992"/>
              <a:gd name="connsiteX1" fmla="*/ 12192000 w 12192000"/>
              <a:gd name="connsiteY1" fmla="*/ 0 h 4583992"/>
              <a:gd name="connsiteX2" fmla="*/ 12192000 w 12192000"/>
              <a:gd name="connsiteY2" fmla="*/ 2190264 h 4583992"/>
              <a:gd name="connsiteX3" fmla="*/ 12187938 w 12192000"/>
              <a:gd name="connsiteY3" fmla="*/ 2190264 h 4583992"/>
              <a:gd name="connsiteX4" fmla="*/ 12187938 w 12192000"/>
              <a:gd name="connsiteY4" fmla="*/ 4583992 h 4583992"/>
              <a:gd name="connsiteX5" fmla="*/ 0 w 12192000"/>
              <a:gd name="connsiteY5" fmla="*/ 4583992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4583992">
                <a:moveTo>
                  <a:pt x="0" y="0"/>
                </a:moveTo>
                <a:lnTo>
                  <a:pt x="12192000" y="0"/>
                </a:lnTo>
                <a:lnTo>
                  <a:pt x="12192000" y="2190264"/>
                </a:lnTo>
                <a:lnTo>
                  <a:pt x="12187938" y="2190264"/>
                </a:lnTo>
                <a:lnTo>
                  <a:pt x="12187938" y="4583992"/>
                </a:lnTo>
                <a:lnTo>
                  <a:pt x="0" y="4583992"/>
                </a:lnTo>
                <a:close/>
              </a:path>
            </a:pathLst>
          </a:custGeom>
        </p:spPr>
      </p:pic>
      <p:sp>
        <p:nvSpPr>
          <p:cNvPr id="18" name="Oval 17">
            <a:extLst>
              <a:ext uri="{FF2B5EF4-FFF2-40B4-BE49-F238E27FC236}">
                <a16:creationId xmlns:a16="http://schemas.microsoft.com/office/drawing/2014/main" id="{1FEFD686-81C7-A517-F1C0-0C3D3EF340F2}"/>
              </a:ext>
            </a:extLst>
          </p:cNvPr>
          <p:cNvSpPr/>
          <p:nvPr/>
        </p:nvSpPr>
        <p:spPr>
          <a:xfrm>
            <a:off x="767250" y="3628115"/>
            <a:ext cx="1628275" cy="1628275"/>
          </a:xfrm>
          <a:prstGeom prst="ellipse">
            <a:avLst/>
          </a:prstGeom>
          <a:solidFill>
            <a:schemeClr val="accent4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6032612E-888F-3F52-2DF9-1A7FC1C338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707"/>
          <a:stretch>
            <a:fillRect/>
          </a:stretch>
        </p:blipFill>
        <p:spPr>
          <a:xfrm>
            <a:off x="5315713" y="5020135"/>
            <a:ext cx="6718341" cy="1871772"/>
          </a:xfrm>
          <a:custGeom>
            <a:avLst/>
            <a:gdLst>
              <a:gd name="connsiteX0" fmla="*/ 0 w 6718341"/>
              <a:gd name="connsiteY0" fmla="*/ 0 h 1871772"/>
              <a:gd name="connsiteX1" fmla="*/ 6718341 w 6718341"/>
              <a:gd name="connsiteY1" fmla="*/ 0 h 1871772"/>
              <a:gd name="connsiteX2" fmla="*/ 6718341 w 6718341"/>
              <a:gd name="connsiteY2" fmla="*/ 1871772 h 1871772"/>
              <a:gd name="connsiteX3" fmla="*/ 0 w 6718341"/>
              <a:gd name="connsiteY3" fmla="*/ 1871772 h 1871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871772">
                <a:moveTo>
                  <a:pt x="0" y="0"/>
                </a:moveTo>
                <a:lnTo>
                  <a:pt x="6718341" y="0"/>
                </a:lnTo>
                <a:lnTo>
                  <a:pt x="6718341" y="1871772"/>
                </a:lnTo>
                <a:lnTo>
                  <a:pt x="0" y="1871772"/>
                </a:lnTo>
                <a:close/>
              </a:path>
            </a:pathLst>
          </a:cu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CA6479C-DB58-C182-DA46-646A89A79A6F}"/>
              </a:ext>
            </a:extLst>
          </p:cNvPr>
          <p:cNvSpPr/>
          <p:nvPr/>
        </p:nvSpPr>
        <p:spPr>
          <a:xfrm>
            <a:off x="11469607" y="5904458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40F0BF7-907A-B0C3-5845-78EDA851891C}"/>
              </a:ext>
            </a:extLst>
          </p:cNvPr>
          <p:cNvSpPr/>
          <p:nvPr/>
        </p:nvSpPr>
        <p:spPr>
          <a:xfrm>
            <a:off x="3000866" y="2411479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5D287EAB-26E8-C8AF-6CB0-D37B7CB370E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 flipH="1">
            <a:off x="7732665" y="0"/>
            <a:ext cx="4459335" cy="1543022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EF5323F-6D74-29FA-F04C-027DF2809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52744" y="2304288"/>
            <a:ext cx="5513832" cy="2432304"/>
          </a:xfrm>
        </p:spPr>
        <p:txBody>
          <a:bodyPr anchor="t">
            <a:noAutofit/>
          </a:bodyPr>
          <a:lstStyle>
            <a:lvl1pPr>
              <a:defRPr sz="6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52744" y="1885193"/>
            <a:ext cx="5943600" cy="41148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6109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404872"/>
            <a:ext cx="10716768" cy="3630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33A32FC-3A65-2B5F-2625-0FE903CD37D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DFD42C5-F2A8-2017-93FA-4A8F8A7CB7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0168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Graphic 38">
            <a:extLst>
              <a:ext uri="{FF2B5EF4-FFF2-40B4-BE49-F238E27FC236}">
                <a16:creationId xmlns:a16="http://schemas.microsoft.com/office/drawing/2014/main" id="{0FA7F5A0-ECAD-A574-6649-C54801870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26427" r="82873"/>
          <a:stretch>
            <a:fillRect/>
          </a:stretch>
        </p:blipFill>
        <p:spPr>
          <a:xfrm>
            <a:off x="9233628" y="1"/>
            <a:ext cx="2958372" cy="6105105"/>
          </a:xfrm>
          <a:custGeom>
            <a:avLst/>
            <a:gdLst>
              <a:gd name="connsiteX0" fmla="*/ 0 w 2958372"/>
              <a:gd name="connsiteY0" fmla="*/ 0 h 6105105"/>
              <a:gd name="connsiteX1" fmla="*/ 2958372 w 2958372"/>
              <a:gd name="connsiteY1" fmla="*/ 0 h 6105105"/>
              <a:gd name="connsiteX2" fmla="*/ 2958372 w 2958372"/>
              <a:gd name="connsiteY2" fmla="*/ 6105105 h 6105105"/>
              <a:gd name="connsiteX3" fmla="*/ 0 w 2958372"/>
              <a:gd name="connsiteY3" fmla="*/ 6105105 h 61051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8372" h="6105105">
                <a:moveTo>
                  <a:pt x="0" y="0"/>
                </a:moveTo>
                <a:lnTo>
                  <a:pt x="2958372" y="0"/>
                </a:lnTo>
                <a:lnTo>
                  <a:pt x="2958372" y="6105105"/>
                </a:lnTo>
                <a:lnTo>
                  <a:pt x="0" y="6105105"/>
                </a:lnTo>
                <a:close/>
              </a:path>
            </a:pathLst>
          </a:custGeom>
        </p:spPr>
      </p:pic>
      <p:sp>
        <p:nvSpPr>
          <p:cNvPr id="32" name="Rectangle 31">
            <a:extLst>
              <a:ext uri="{FF2B5EF4-FFF2-40B4-BE49-F238E27FC236}">
                <a16:creationId xmlns:a16="http://schemas.microsoft.com/office/drawing/2014/main" id="{98CD520B-B465-7A6D-37C4-8A060446902D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4684B3-A8D3-6A9A-C264-95DFAD1C3FCE}"/>
              </a:ext>
            </a:extLst>
          </p:cNvPr>
          <p:cNvSpPr/>
          <p:nvPr/>
        </p:nvSpPr>
        <p:spPr>
          <a:xfrm>
            <a:off x="9300014" y="263397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7336" y="722376"/>
            <a:ext cx="8870656" cy="76498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2221992"/>
            <a:ext cx="8284464" cy="39867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C1E68FE-16F1-5C98-AEF6-0EAB9EA632CA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Footer Placeholder 39">
            <a:extLst>
              <a:ext uri="{FF2B5EF4-FFF2-40B4-BE49-F238E27FC236}">
                <a16:creationId xmlns:a16="http://schemas.microsoft.com/office/drawing/2014/main" id="{8727F01E-45EF-F70F-2A04-1EA69A246344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1" name="Slide Number Placeholder 40">
            <a:extLst>
              <a:ext uri="{FF2B5EF4-FFF2-40B4-BE49-F238E27FC236}">
                <a16:creationId xmlns:a16="http://schemas.microsoft.com/office/drawing/2014/main" id="{C388A650-32E8-11EC-26EE-D260D1953D5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136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raphic 76">
            <a:extLst>
              <a:ext uri="{FF2B5EF4-FFF2-40B4-BE49-F238E27FC236}">
                <a16:creationId xmlns:a16="http://schemas.microsoft.com/office/drawing/2014/main" id="{527CC80A-3410-5824-B06B-C4176A6BF4B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0145" t="-169" r="45423" b="28675"/>
          <a:stretch/>
        </p:blipFill>
        <p:spPr>
          <a:xfrm>
            <a:off x="-1" y="3467101"/>
            <a:ext cx="12192001" cy="3390899"/>
          </a:xfrm>
          <a:custGeom>
            <a:avLst/>
            <a:gdLst>
              <a:gd name="connsiteX0" fmla="*/ 0 w 12192001"/>
              <a:gd name="connsiteY0" fmla="*/ 0 h 3390899"/>
              <a:gd name="connsiteX1" fmla="*/ 12192001 w 12192001"/>
              <a:gd name="connsiteY1" fmla="*/ 0 h 3390899"/>
              <a:gd name="connsiteX2" fmla="*/ 12192001 w 12192001"/>
              <a:gd name="connsiteY2" fmla="*/ 2324100 h 3390899"/>
              <a:gd name="connsiteX3" fmla="*/ 12192001 w 12192001"/>
              <a:gd name="connsiteY3" fmla="*/ 3390899 h 3390899"/>
              <a:gd name="connsiteX4" fmla="*/ 0 w 12192001"/>
              <a:gd name="connsiteY4" fmla="*/ 3390899 h 33908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1" h="3390899">
                <a:moveTo>
                  <a:pt x="0" y="0"/>
                </a:moveTo>
                <a:lnTo>
                  <a:pt x="12192001" y="0"/>
                </a:lnTo>
                <a:lnTo>
                  <a:pt x="12192001" y="2324100"/>
                </a:lnTo>
                <a:lnTo>
                  <a:pt x="12192001" y="3390899"/>
                </a:lnTo>
                <a:lnTo>
                  <a:pt x="0" y="3390899"/>
                </a:lnTo>
                <a:close/>
              </a:path>
            </a:pathLst>
          </a:custGeom>
        </p:spPr>
      </p:pic>
      <p:sp>
        <p:nvSpPr>
          <p:cNvPr id="53" name="Title 1">
            <a:extLst>
              <a:ext uri="{FF2B5EF4-FFF2-40B4-BE49-F238E27FC236}">
                <a16:creationId xmlns:a16="http://schemas.microsoft.com/office/drawing/2014/main" id="{CB607447-86F1-863F-176B-E0B78D2438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16152"/>
            <a:ext cx="8951976" cy="3191256"/>
          </a:xfrm>
        </p:spPr>
        <p:txBody>
          <a:bodyPr anchor="t">
            <a:noAutofit/>
          </a:bodyPr>
          <a:lstStyle>
            <a:lvl1pPr>
              <a:defRPr sz="55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7" name="Graphic 12">
            <a:extLst>
              <a:ext uri="{FF2B5EF4-FFF2-40B4-BE49-F238E27FC236}">
                <a16:creationId xmlns:a16="http://schemas.microsoft.com/office/drawing/2014/main" id="{E5105AB7-2E65-757B-FF2B-CFE19C5C87B7}"/>
              </a:ext>
            </a:extLst>
          </p:cNvPr>
          <p:cNvSpPr/>
          <p:nvPr userDrawn="1"/>
        </p:nvSpPr>
        <p:spPr>
          <a:xfrm rot="5400000" flipV="1">
            <a:off x="863486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Graphic 12">
            <a:extLst>
              <a:ext uri="{FF2B5EF4-FFF2-40B4-BE49-F238E27FC236}">
                <a16:creationId xmlns:a16="http://schemas.microsoft.com/office/drawing/2014/main" id="{ECA42036-662E-03F7-941F-EDA42BEA5EDE}"/>
              </a:ext>
            </a:extLst>
          </p:cNvPr>
          <p:cNvSpPr/>
          <p:nvPr userDrawn="1"/>
        </p:nvSpPr>
        <p:spPr>
          <a:xfrm rot="5400000" flipV="1">
            <a:off x="7913504" y="3426822"/>
            <a:ext cx="6355080" cy="2810"/>
          </a:xfrm>
          <a:custGeom>
            <a:avLst/>
            <a:gdLst>
              <a:gd name="connsiteX0" fmla="*/ 13912003 w 13911910"/>
              <a:gd name="connsiteY0" fmla="*/ 95 h 2810"/>
              <a:gd name="connsiteX1" fmla="*/ 93 w 13911910"/>
              <a:gd name="connsiteY1" fmla="*/ 95 h 28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911910" h="2810">
                <a:moveTo>
                  <a:pt x="13912003" y="95"/>
                </a:moveTo>
                <a:lnTo>
                  <a:pt x="93" y="95"/>
                </a:lnTo>
              </a:path>
            </a:pathLst>
          </a:custGeom>
          <a:noFill/>
          <a:ln w="508812" cap="sq">
            <a:solidFill>
              <a:schemeClr val="accent3">
                <a:alpha val="84000"/>
              </a:schemeClr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Freeform 47">
            <a:extLst>
              <a:ext uri="{FF2B5EF4-FFF2-40B4-BE49-F238E27FC236}">
                <a16:creationId xmlns:a16="http://schemas.microsoft.com/office/drawing/2014/main" id="{B90A79D3-C4F3-1056-F590-BFED7F28BC72}"/>
              </a:ext>
            </a:extLst>
          </p:cNvPr>
          <p:cNvSpPr/>
          <p:nvPr/>
        </p:nvSpPr>
        <p:spPr>
          <a:xfrm>
            <a:off x="685799" y="5342013"/>
            <a:ext cx="2157098" cy="1515987"/>
          </a:xfrm>
          <a:custGeom>
            <a:avLst/>
            <a:gdLst>
              <a:gd name="connsiteX0" fmla="*/ 1078549 w 2157098"/>
              <a:gd name="connsiteY0" fmla="*/ 0 h 1515987"/>
              <a:gd name="connsiteX1" fmla="*/ 2157098 w 2157098"/>
              <a:gd name="connsiteY1" fmla="*/ 1078549 h 1515987"/>
              <a:gd name="connsiteX2" fmla="*/ 2072340 w 2157098"/>
              <a:gd name="connsiteY2" fmla="*/ 1498369 h 1515987"/>
              <a:gd name="connsiteX3" fmla="*/ 2062778 w 2157098"/>
              <a:gd name="connsiteY3" fmla="*/ 1515987 h 1515987"/>
              <a:gd name="connsiteX4" fmla="*/ 94321 w 2157098"/>
              <a:gd name="connsiteY4" fmla="*/ 1515987 h 1515987"/>
              <a:gd name="connsiteX5" fmla="*/ 84758 w 2157098"/>
              <a:gd name="connsiteY5" fmla="*/ 1498369 h 1515987"/>
              <a:gd name="connsiteX6" fmla="*/ 0 w 2157098"/>
              <a:gd name="connsiteY6" fmla="*/ 1078549 h 1515987"/>
              <a:gd name="connsiteX7" fmla="*/ 1078549 w 2157098"/>
              <a:gd name="connsiteY7" fmla="*/ 0 h 1515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157098" h="1515987">
                <a:moveTo>
                  <a:pt x="1078549" y="0"/>
                </a:moveTo>
                <a:cubicBezTo>
                  <a:pt x="1674215" y="0"/>
                  <a:pt x="2157098" y="482883"/>
                  <a:pt x="2157098" y="1078549"/>
                </a:cubicBezTo>
                <a:cubicBezTo>
                  <a:pt x="2157098" y="1227466"/>
                  <a:pt x="2126918" y="1369333"/>
                  <a:pt x="2072340" y="1498369"/>
                </a:cubicBezTo>
                <a:lnTo>
                  <a:pt x="2062778" y="1515987"/>
                </a:lnTo>
                <a:lnTo>
                  <a:pt x="94321" y="1515987"/>
                </a:lnTo>
                <a:lnTo>
                  <a:pt x="84758" y="1498369"/>
                </a:lnTo>
                <a:cubicBezTo>
                  <a:pt x="30180" y="1369333"/>
                  <a:pt x="0" y="1227466"/>
                  <a:pt x="0" y="1078549"/>
                </a:cubicBezTo>
                <a:cubicBezTo>
                  <a:pt x="0" y="482883"/>
                  <a:pt x="482883" y="0"/>
                  <a:pt x="1078549" y="0"/>
                </a:cubicBezTo>
                <a:close/>
              </a:path>
            </a:pathLst>
          </a:custGeom>
          <a:solidFill>
            <a:schemeClr val="accent4">
              <a:alpha val="83211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31FFE4B3-23C8-22B1-E231-C5753166B687}"/>
              </a:ext>
            </a:extLst>
          </p:cNvPr>
          <p:cNvSpPr/>
          <p:nvPr/>
        </p:nvSpPr>
        <p:spPr>
          <a:xfrm>
            <a:off x="10905848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4581144"/>
            <a:ext cx="6510528" cy="36576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76D8E3E3-8A4C-591F-3DAB-1D6E46AA4DB9}"/>
              </a:ext>
            </a:extLst>
          </p:cNvPr>
          <p:cNvSpPr/>
          <p:nvPr userDrawn="1"/>
        </p:nvSpPr>
        <p:spPr>
          <a:xfrm>
            <a:off x="11626517" y="106306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7267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EA91DE6-3A10-8EDA-34AB-D931B1792C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38116"/>
          <a:stretch>
            <a:fillRect/>
          </a:stretch>
        </p:blipFill>
        <p:spPr>
          <a:xfrm rot="5400000" flipH="1">
            <a:off x="9476084" y="1778851"/>
            <a:ext cx="4393983" cy="773351"/>
          </a:xfrm>
          <a:custGeom>
            <a:avLst/>
            <a:gdLst>
              <a:gd name="connsiteX0" fmla="*/ 4393983 w 4393983"/>
              <a:gd name="connsiteY0" fmla="*/ 773351 h 773351"/>
              <a:gd name="connsiteX1" fmla="*/ 4393983 w 4393983"/>
              <a:gd name="connsiteY1" fmla="*/ 0 h 773351"/>
              <a:gd name="connsiteX2" fmla="*/ 0 w 4393983"/>
              <a:gd name="connsiteY2" fmla="*/ 0 h 773351"/>
              <a:gd name="connsiteX3" fmla="*/ 0 w 4393983"/>
              <a:gd name="connsiteY3" fmla="*/ 773351 h 773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393983" h="773351">
                <a:moveTo>
                  <a:pt x="4393983" y="773351"/>
                </a:moveTo>
                <a:lnTo>
                  <a:pt x="4393983" y="0"/>
                </a:lnTo>
                <a:lnTo>
                  <a:pt x="0" y="0"/>
                </a:lnTo>
                <a:lnTo>
                  <a:pt x="0" y="773351"/>
                </a:lnTo>
                <a:close/>
              </a:path>
            </a:pathLst>
          </a:custGeom>
        </p:spPr>
      </p:pic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Graphic 10">
            <a:extLst>
              <a:ext uri="{FF2B5EF4-FFF2-40B4-BE49-F238E27FC236}">
                <a16:creationId xmlns:a16="http://schemas.microsoft.com/office/drawing/2014/main" id="{3A3CEC7E-9097-B8E8-85C0-CDDB2AE614D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r="50956"/>
          <a:stretch>
            <a:fillRect/>
          </a:stretch>
        </p:blipFill>
        <p:spPr>
          <a:xfrm>
            <a:off x="6471911" y="2707661"/>
            <a:ext cx="5744279" cy="766881"/>
          </a:xfrm>
          <a:custGeom>
            <a:avLst/>
            <a:gdLst>
              <a:gd name="connsiteX0" fmla="*/ 0 w 5744279"/>
              <a:gd name="connsiteY0" fmla="*/ 0 h 766881"/>
              <a:gd name="connsiteX1" fmla="*/ 5744279 w 5744279"/>
              <a:gd name="connsiteY1" fmla="*/ 0 h 766881"/>
              <a:gd name="connsiteX2" fmla="*/ 5744279 w 5744279"/>
              <a:gd name="connsiteY2" fmla="*/ 766881 h 766881"/>
              <a:gd name="connsiteX3" fmla="*/ 0 w 5744279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44279" h="766881">
                <a:moveTo>
                  <a:pt x="0" y="0"/>
                </a:moveTo>
                <a:lnTo>
                  <a:pt x="5744279" y="0"/>
                </a:lnTo>
                <a:lnTo>
                  <a:pt x="5744279" y="766881"/>
                </a:lnTo>
                <a:lnTo>
                  <a:pt x="0" y="766881"/>
                </a:lnTo>
                <a:close/>
              </a:path>
            </a:pathLst>
          </a:cu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6DCF26E-2BB7-CA60-73C4-CC02E6B54E83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55255"/>
          <a:stretch>
            <a:fillRect/>
          </a:stretch>
        </p:blipFill>
        <p:spPr>
          <a:xfrm>
            <a:off x="-50829" y="2707661"/>
            <a:ext cx="5240777" cy="766881"/>
          </a:xfrm>
          <a:custGeom>
            <a:avLst/>
            <a:gdLst>
              <a:gd name="connsiteX0" fmla="*/ 0 w 5240777"/>
              <a:gd name="connsiteY0" fmla="*/ 0 h 766881"/>
              <a:gd name="connsiteX1" fmla="*/ 5240777 w 5240777"/>
              <a:gd name="connsiteY1" fmla="*/ 0 h 766881"/>
              <a:gd name="connsiteX2" fmla="*/ 5240777 w 5240777"/>
              <a:gd name="connsiteY2" fmla="*/ 766881 h 766881"/>
              <a:gd name="connsiteX3" fmla="*/ 0 w 5240777"/>
              <a:gd name="connsiteY3" fmla="*/ 766881 h 76688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240777" h="766881">
                <a:moveTo>
                  <a:pt x="0" y="0"/>
                </a:moveTo>
                <a:lnTo>
                  <a:pt x="5240777" y="0"/>
                </a:lnTo>
                <a:lnTo>
                  <a:pt x="5240777" y="766881"/>
                </a:lnTo>
                <a:lnTo>
                  <a:pt x="0" y="766881"/>
                </a:lnTo>
                <a:close/>
              </a:path>
            </a:pathLst>
          </a:cu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70074BFB-1FF4-E27D-E273-B30A1A926B24}"/>
              </a:ext>
            </a:extLst>
          </p:cNvPr>
          <p:cNvSpPr/>
          <p:nvPr userDrawn="1"/>
        </p:nvSpPr>
        <p:spPr>
          <a:xfrm>
            <a:off x="4032611" y="2039801"/>
            <a:ext cx="1989036" cy="1989036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714380A-B062-A581-202E-A9250F901047}"/>
              </a:ext>
            </a:extLst>
          </p:cNvPr>
          <p:cNvSpPr/>
          <p:nvPr userDrawn="1"/>
        </p:nvSpPr>
        <p:spPr>
          <a:xfrm>
            <a:off x="6170354" y="2039801"/>
            <a:ext cx="1989036" cy="1989036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72440E0-AFFD-74CD-6BF4-1208AAECF546}"/>
              </a:ext>
            </a:extLst>
          </p:cNvPr>
          <p:cNvSpPr/>
          <p:nvPr userDrawn="1"/>
        </p:nvSpPr>
        <p:spPr>
          <a:xfrm>
            <a:off x="6170354" y="4362518"/>
            <a:ext cx="1989036" cy="1989036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DF24E9A-60F5-6DAB-FE7A-37F79F6F9AA9}"/>
              </a:ext>
            </a:extLst>
          </p:cNvPr>
          <p:cNvSpPr/>
          <p:nvPr userDrawn="1"/>
        </p:nvSpPr>
        <p:spPr>
          <a:xfrm>
            <a:off x="4032612" y="4362518"/>
            <a:ext cx="1989036" cy="198903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3" name="Freeform 16">
            <a:extLst>
              <a:ext uri="{FF2B5EF4-FFF2-40B4-BE49-F238E27FC236}">
                <a16:creationId xmlns:a16="http://schemas.microsoft.com/office/drawing/2014/main" id="{E4234E63-55EE-8BC8-D5B8-C9346AA39037}"/>
              </a:ext>
            </a:extLst>
          </p:cNvPr>
          <p:cNvSpPr/>
          <p:nvPr userDrawn="1"/>
        </p:nvSpPr>
        <p:spPr>
          <a:xfrm>
            <a:off x="624057" y="4000974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5" name="Freeform 18">
            <a:extLst>
              <a:ext uri="{FF2B5EF4-FFF2-40B4-BE49-F238E27FC236}">
                <a16:creationId xmlns:a16="http://schemas.microsoft.com/office/drawing/2014/main" id="{9F752DEF-757A-19B9-7805-B7A70E94C5F2}"/>
              </a:ext>
            </a:extLst>
          </p:cNvPr>
          <p:cNvSpPr/>
          <p:nvPr userDrawn="1"/>
        </p:nvSpPr>
        <p:spPr>
          <a:xfrm flipH="1">
            <a:off x="544607" y="2735191"/>
            <a:ext cx="80439" cy="1697503"/>
          </a:xfrm>
          <a:custGeom>
            <a:avLst/>
            <a:gdLst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5838044 w 5838044"/>
              <a:gd name="connsiteY3" fmla="*/ 7382204 h 7382204"/>
              <a:gd name="connsiteX4" fmla="*/ 0 w 5838044"/>
              <a:gd name="connsiteY4" fmla="*/ 7382204 h 7382204"/>
              <a:gd name="connsiteX5" fmla="*/ 0 w 5838044"/>
              <a:gd name="connsiteY5" fmla="*/ 973027 h 7382204"/>
              <a:gd name="connsiteX6" fmla="*/ 973027 w 5838044"/>
              <a:gd name="connsiteY6" fmla="*/ 0 h 7382204"/>
              <a:gd name="connsiteX0" fmla="*/ 973027 w 5838044"/>
              <a:gd name="connsiteY0" fmla="*/ 0 h 7382204"/>
              <a:gd name="connsiteX1" fmla="*/ 4865018 w 5838044"/>
              <a:gd name="connsiteY1" fmla="*/ 0 h 7382204"/>
              <a:gd name="connsiteX2" fmla="*/ 5838044 w 5838044"/>
              <a:gd name="connsiteY2" fmla="*/ 973027 h 7382204"/>
              <a:gd name="connsiteX3" fmla="*/ 0 w 5838044"/>
              <a:gd name="connsiteY3" fmla="*/ 7382204 h 7382204"/>
              <a:gd name="connsiteX4" fmla="*/ 0 w 5838044"/>
              <a:gd name="connsiteY4" fmla="*/ 973027 h 7382204"/>
              <a:gd name="connsiteX5" fmla="*/ 973027 w 5838044"/>
              <a:gd name="connsiteY5" fmla="*/ 0 h 7382204"/>
              <a:gd name="connsiteX0" fmla="*/ 5838044 w 5929484"/>
              <a:gd name="connsiteY0" fmla="*/ 973027 h 7382204"/>
              <a:gd name="connsiteX1" fmla="*/ 0 w 5929484"/>
              <a:gd name="connsiteY1" fmla="*/ 7382204 h 7382204"/>
              <a:gd name="connsiteX2" fmla="*/ 0 w 5929484"/>
              <a:gd name="connsiteY2" fmla="*/ 973027 h 7382204"/>
              <a:gd name="connsiteX3" fmla="*/ 973027 w 5929484"/>
              <a:gd name="connsiteY3" fmla="*/ 0 h 7382204"/>
              <a:gd name="connsiteX4" fmla="*/ 4865018 w 5929484"/>
              <a:gd name="connsiteY4" fmla="*/ 0 h 7382204"/>
              <a:gd name="connsiteX5" fmla="*/ 5929484 w 5929484"/>
              <a:gd name="connsiteY5" fmla="*/ 1064467 h 7382204"/>
              <a:gd name="connsiteX0" fmla="*/ 5838044 w 5996391"/>
              <a:gd name="connsiteY0" fmla="*/ 973027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5771136 w 5996391"/>
              <a:gd name="connsiteY0" fmla="*/ 4764441 h 7382204"/>
              <a:gd name="connsiteX1" fmla="*/ 0 w 5996391"/>
              <a:gd name="connsiteY1" fmla="*/ 7382204 h 7382204"/>
              <a:gd name="connsiteX2" fmla="*/ 0 w 5996391"/>
              <a:gd name="connsiteY2" fmla="*/ 973027 h 7382204"/>
              <a:gd name="connsiteX3" fmla="*/ 973027 w 5996391"/>
              <a:gd name="connsiteY3" fmla="*/ 0 h 7382204"/>
              <a:gd name="connsiteX4" fmla="*/ 4865018 w 5996391"/>
              <a:gd name="connsiteY4" fmla="*/ 0 h 7382204"/>
              <a:gd name="connsiteX5" fmla="*/ 5996391 w 5996391"/>
              <a:gd name="connsiteY5" fmla="*/ 819140 h 7382204"/>
              <a:gd name="connsiteX0" fmla="*/ 0 w 5996391"/>
              <a:gd name="connsiteY0" fmla="*/ 7382204 h 7382204"/>
              <a:gd name="connsiteX1" fmla="*/ 0 w 5996391"/>
              <a:gd name="connsiteY1" fmla="*/ 973027 h 7382204"/>
              <a:gd name="connsiteX2" fmla="*/ 973027 w 5996391"/>
              <a:gd name="connsiteY2" fmla="*/ 0 h 7382204"/>
              <a:gd name="connsiteX3" fmla="*/ 4865018 w 5996391"/>
              <a:gd name="connsiteY3" fmla="*/ 0 h 7382204"/>
              <a:gd name="connsiteX4" fmla="*/ 5996391 w 5996391"/>
              <a:gd name="connsiteY4" fmla="*/ 819140 h 7382204"/>
              <a:gd name="connsiteX0" fmla="*/ 0 w 4865018"/>
              <a:gd name="connsiteY0" fmla="*/ 7382204 h 7382204"/>
              <a:gd name="connsiteX1" fmla="*/ 0 w 4865018"/>
              <a:gd name="connsiteY1" fmla="*/ 973027 h 7382204"/>
              <a:gd name="connsiteX2" fmla="*/ 973027 w 4865018"/>
              <a:gd name="connsiteY2" fmla="*/ 0 h 7382204"/>
              <a:gd name="connsiteX3" fmla="*/ 4865018 w 4865018"/>
              <a:gd name="connsiteY3" fmla="*/ 0 h 7382204"/>
              <a:gd name="connsiteX0" fmla="*/ 0 w 973027"/>
              <a:gd name="connsiteY0" fmla="*/ 7382204 h 7382204"/>
              <a:gd name="connsiteX1" fmla="*/ 0 w 973027"/>
              <a:gd name="connsiteY1" fmla="*/ 973027 h 7382204"/>
              <a:gd name="connsiteX2" fmla="*/ 973027 w 973027"/>
              <a:gd name="connsiteY2" fmla="*/ 0 h 7382204"/>
              <a:gd name="connsiteX0" fmla="*/ 0 w 0"/>
              <a:gd name="connsiteY0" fmla="*/ 6409177 h 6409177"/>
              <a:gd name="connsiteX1" fmla="*/ 0 w 0"/>
              <a:gd name="connsiteY1" fmla="*/ 0 h 64091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409177">
                <a:moveTo>
                  <a:pt x="0" y="6409177"/>
                </a:move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 20">
            <a:extLst>
              <a:ext uri="{FF2B5EF4-FFF2-40B4-BE49-F238E27FC236}">
                <a16:creationId xmlns:a16="http://schemas.microsoft.com/office/drawing/2014/main" id="{6010C008-0418-12FF-A80A-05ECF85F5EB6}"/>
              </a:ext>
            </a:extLst>
          </p:cNvPr>
          <p:cNvSpPr/>
          <p:nvPr userDrawn="1"/>
        </p:nvSpPr>
        <p:spPr>
          <a:xfrm flipH="1">
            <a:off x="7620566" y="3973595"/>
            <a:ext cx="4046047" cy="1354794"/>
          </a:xfrm>
          <a:custGeom>
            <a:avLst/>
            <a:gdLst>
              <a:gd name="connsiteX0" fmla="*/ 0 w 4046047"/>
              <a:gd name="connsiteY0" fmla="*/ 0 h 1354794"/>
              <a:gd name="connsiteX1" fmla="*/ 4046047 w 4046047"/>
              <a:gd name="connsiteY1" fmla="*/ 530971 h 1354794"/>
              <a:gd name="connsiteX2" fmla="*/ 4046047 w 4046047"/>
              <a:gd name="connsiteY2" fmla="*/ 1354794 h 1354794"/>
              <a:gd name="connsiteX3" fmla="*/ 620191 w 4046047"/>
              <a:gd name="connsiteY3" fmla="*/ 1354794 h 1354794"/>
              <a:gd name="connsiteX4" fmla="*/ 0 w 4046047"/>
              <a:gd name="connsiteY4" fmla="*/ 783283 h 1354794"/>
              <a:gd name="connsiteX0" fmla="*/ 4046047 w 4137487"/>
              <a:gd name="connsiteY0" fmla="*/ 530971 h 1354794"/>
              <a:gd name="connsiteX1" fmla="*/ 4046047 w 4137487"/>
              <a:gd name="connsiteY1" fmla="*/ 1354794 h 1354794"/>
              <a:gd name="connsiteX2" fmla="*/ 620191 w 4137487"/>
              <a:gd name="connsiteY2" fmla="*/ 1354794 h 1354794"/>
              <a:gd name="connsiteX3" fmla="*/ 0 w 4137487"/>
              <a:gd name="connsiteY3" fmla="*/ 783283 h 1354794"/>
              <a:gd name="connsiteX4" fmla="*/ 0 w 4137487"/>
              <a:gd name="connsiteY4" fmla="*/ 0 h 1354794"/>
              <a:gd name="connsiteX5" fmla="*/ 4137487 w 4137487"/>
              <a:gd name="connsiteY5" fmla="*/ 622411 h 1354794"/>
              <a:gd name="connsiteX0" fmla="*/ 4046047 w 4137487"/>
              <a:gd name="connsiteY0" fmla="*/ 1354794 h 1354794"/>
              <a:gd name="connsiteX1" fmla="*/ 620191 w 4137487"/>
              <a:gd name="connsiteY1" fmla="*/ 1354794 h 1354794"/>
              <a:gd name="connsiteX2" fmla="*/ 0 w 4137487"/>
              <a:gd name="connsiteY2" fmla="*/ 783283 h 1354794"/>
              <a:gd name="connsiteX3" fmla="*/ 0 w 4137487"/>
              <a:gd name="connsiteY3" fmla="*/ 0 h 1354794"/>
              <a:gd name="connsiteX4" fmla="*/ 4137487 w 4137487"/>
              <a:gd name="connsiteY4" fmla="*/ 622411 h 1354794"/>
              <a:gd name="connsiteX0" fmla="*/ 4046047 w 4046047"/>
              <a:gd name="connsiteY0" fmla="*/ 1354794 h 1354794"/>
              <a:gd name="connsiteX1" fmla="*/ 620191 w 4046047"/>
              <a:gd name="connsiteY1" fmla="*/ 1354794 h 1354794"/>
              <a:gd name="connsiteX2" fmla="*/ 0 w 4046047"/>
              <a:gd name="connsiteY2" fmla="*/ 783283 h 1354794"/>
              <a:gd name="connsiteX3" fmla="*/ 0 w 4046047"/>
              <a:gd name="connsiteY3" fmla="*/ 0 h 13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46047" h="1354794">
                <a:moveTo>
                  <a:pt x="4046047" y="1354794"/>
                </a:moveTo>
                <a:lnTo>
                  <a:pt x="620191" y="1354794"/>
                </a:lnTo>
                <a:cubicBezTo>
                  <a:pt x="277669" y="1354794"/>
                  <a:pt x="0" y="1098920"/>
                  <a:pt x="0" y="783283"/>
                </a:cubicBezTo>
                <a:lnTo>
                  <a:pt x="0" y="0"/>
                </a:lnTo>
              </a:path>
            </a:pathLst>
          </a:custGeom>
          <a:noFill/>
          <a:ln w="762000" cap="rnd" cmpd="sng">
            <a:solidFill>
              <a:schemeClr val="accent4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3529188"/>
                      <a:gd name="connsiteY0" fmla="*/ 588210 h 5854720"/>
                      <a:gd name="connsiteX1" fmla="*/ 588210 w 3529188"/>
                      <a:gd name="connsiteY1" fmla="*/ 0 h 5854720"/>
                      <a:gd name="connsiteX2" fmla="*/ 1223457 w 3529188"/>
                      <a:gd name="connsiteY2" fmla="*/ 0 h 5854720"/>
                      <a:gd name="connsiteX3" fmla="*/ 1788122 w 3529188"/>
                      <a:gd name="connsiteY3" fmla="*/ 0 h 5854720"/>
                      <a:gd name="connsiteX4" fmla="*/ 2329258 w 3529188"/>
                      <a:gd name="connsiteY4" fmla="*/ 0 h 5854720"/>
                      <a:gd name="connsiteX5" fmla="*/ 2940978 w 3529188"/>
                      <a:gd name="connsiteY5" fmla="*/ 0 h 5854720"/>
                      <a:gd name="connsiteX6" fmla="*/ 3529188 w 3529188"/>
                      <a:gd name="connsiteY6" fmla="*/ 588210 h 5854720"/>
                      <a:gd name="connsiteX7" fmla="*/ 3529188 w 3529188"/>
                      <a:gd name="connsiteY7" fmla="*/ 1172998 h 5854720"/>
                      <a:gd name="connsiteX8" fmla="*/ 3529188 w 3529188"/>
                      <a:gd name="connsiteY8" fmla="*/ 1851351 h 5854720"/>
                      <a:gd name="connsiteX9" fmla="*/ 3529188 w 3529188"/>
                      <a:gd name="connsiteY9" fmla="*/ 2295790 h 5854720"/>
                      <a:gd name="connsiteX10" fmla="*/ 3529188 w 3529188"/>
                      <a:gd name="connsiteY10" fmla="*/ 2880577 h 5854720"/>
                      <a:gd name="connsiteX11" fmla="*/ 3529188 w 3529188"/>
                      <a:gd name="connsiteY11" fmla="*/ 3465365 h 5854720"/>
                      <a:gd name="connsiteX12" fmla="*/ 3529188 w 3529188"/>
                      <a:gd name="connsiteY12" fmla="*/ 4003369 h 5854720"/>
                      <a:gd name="connsiteX13" fmla="*/ 3529188 w 3529188"/>
                      <a:gd name="connsiteY13" fmla="*/ 4681723 h 5854720"/>
                      <a:gd name="connsiteX14" fmla="*/ 3529188 w 3529188"/>
                      <a:gd name="connsiteY14" fmla="*/ 5266510 h 5854720"/>
                      <a:gd name="connsiteX15" fmla="*/ 2940978 w 3529188"/>
                      <a:gd name="connsiteY15" fmla="*/ 5854720 h 5854720"/>
                      <a:gd name="connsiteX16" fmla="*/ 2329258 w 3529188"/>
                      <a:gd name="connsiteY16" fmla="*/ 5854720 h 5854720"/>
                      <a:gd name="connsiteX17" fmla="*/ 1741066 w 3529188"/>
                      <a:gd name="connsiteY17" fmla="*/ 5854720 h 5854720"/>
                      <a:gd name="connsiteX18" fmla="*/ 1223457 w 3529188"/>
                      <a:gd name="connsiteY18" fmla="*/ 5854720 h 5854720"/>
                      <a:gd name="connsiteX19" fmla="*/ 588210 w 3529188"/>
                      <a:gd name="connsiteY19" fmla="*/ 5854720 h 5854720"/>
                      <a:gd name="connsiteX20" fmla="*/ 0 w 3529188"/>
                      <a:gd name="connsiteY20" fmla="*/ 5266510 h 5854720"/>
                      <a:gd name="connsiteX21" fmla="*/ 0 w 3529188"/>
                      <a:gd name="connsiteY21" fmla="*/ 4728506 h 5854720"/>
                      <a:gd name="connsiteX22" fmla="*/ 0 w 3529188"/>
                      <a:gd name="connsiteY22" fmla="*/ 4143718 h 5854720"/>
                      <a:gd name="connsiteX23" fmla="*/ 0 w 3529188"/>
                      <a:gd name="connsiteY23" fmla="*/ 3699280 h 5854720"/>
                      <a:gd name="connsiteX24" fmla="*/ 0 w 3529188"/>
                      <a:gd name="connsiteY24" fmla="*/ 3254841 h 5854720"/>
                      <a:gd name="connsiteX25" fmla="*/ 0 w 3529188"/>
                      <a:gd name="connsiteY25" fmla="*/ 2670054 h 5854720"/>
                      <a:gd name="connsiteX26" fmla="*/ 0 w 3529188"/>
                      <a:gd name="connsiteY26" fmla="*/ 2178832 h 5854720"/>
                      <a:gd name="connsiteX27" fmla="*/ 0 w 3529188"/>
                      <a:gd name="connsiteY27" fmla="*/ 1547262 h 5854720"/>
                      <a:gd name="connsiteX28" fmla="*/ 0 w 3529188"/>
                      <a:gd name="connsiteY28" fmla="*/ 588210 h 585472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</a:cxnLst>
                    <a:rect l="l" t="t" r="r" b="b"/>
                    <a:pathLst>
                      <a:path w="3529188" h="5854720" extrusionOk="0">
                        <a:moveTo>
                          <a:pt x="0" y="588210"/>
                        </a:moveTo>
                        <a:cubicBezTo>
                          <a:pt x="-21018" y="250387"/>
                          <a:pt x="217110" y="17355"/>
                          <a:pt x="588210" y="0"/>
                        </a:cubicBezTo>
                        <a:cubicBezTo>
                          <a:pt x="876112" y="-19041"/>
                          <a:pt x="1081758" y="40565"/>
                          <a:pt x="1223457" y="0"/>
                        </a:cubicBezTo>
                        <a:cubicBezTo>
                          <a:pt x="1365156" y="-40565"/>
                          <a:pt x="1510790" y="32361"/>
                          <a:pt x="1788122" y="0"/>
                        </a:cubicBezTo>
                        <a:cubicBezTo>
                          <a:pt x="2065454" y="-32361"/>
                          <a:pt x="2196286" y="39632"/>
                          <a:pt x="2329258" y="0"/>
                        </a:cubicBezTo>
                        <a:cubicBezTo>
                          <a:pt x="2462230" y="-39632"/>
                          <a:pt x="2683114" y="2257"/>
                          <a:pt x="2940978" y="0"/>
                        </a:cubicBezTo>
                        <a:cubicBezTo>
                          <a:pt x="3297966" y="-66121"/>
                          <a:pt x="3475164" y="255078"/>
                          <a:pt x="3529188" y="588210"/>
                        </a:cubicBezTo>
                        <a:cubicBezTo>
                          <a:pt x="3574272" y="863780"/>
                          <a:pt x="3523626" y="966106"/>
                          <a:pt x="3529188" y="1172998"/>
                        </a:cubicBezTo>
                        <a:cubicBezTo>
                          <a:pt x="3534750" y="1379890"/>
                          <a:pt x="3465933" y="1644977"/>
                          <a:pt x="3529188" y="1851351"/>
                        </a:cubicBezTo>
                        <a:cubicBezTo>
                          <a:pt x="3592443" y="2057725"/>
                          <a:pt x="3511454" y="2169708"/>
                          <a:pt x="3529188" y="2295790"/>
                        </a:cubicBezTo>
                        <a:cubicBezTo>
                          <a:pt x="3546922" y="2421872"/>
                          <a:pt x="3527136" y="2693707"/>
                          <a:pt x="3529188" y="2880577"/>
                        </a:cubicBezTo>
                        <a:cubicBezTo>
                          <a:pt x="3531240" y="3067447"/>
                          <a:pt x="3482987" y="3173559"/>
                          <a:pt x="3529188" y="3465365"/>
                        </a:cubicBezTo>
                        <a:cubicBezTo>
                          <a:pt x="3575389" y="3757171"/>
                          <a:pt x="3528527" y="3785537"/>
                          <a:pt x="3529188" y="4003369"/>
                        </a:cubicBezTo>
                        <a:cubicBezTo>
                          <a:pt x="3529849" y="4221201"/>
                          <a:pt x="3513745" y="4519491"/>
                          <a:pt x="3529188" y="4681723"/>
                        </a:cubicBezTo>
                        <a:cubicBezTo>
                          <a:pt x="3544631" y="4843955"/>
                          <a:pt x="3526290" y="5077457"/>
                          <a:pt x="3529188" y="5266510"/>
                        </a:cubicBezTo>
                        <a:cubicBezTo>
                          <a:pt x="3495511" y="5596899"/>
                          <a:pt x="3239177" y="5836325"/>
                          <a:pt x="2940978" y="5854720"/>
                        </a:cubicBezTo>
                        <a:cubicBezTo>
                          <a:pt x="2728639" y="5898033"/>
                          <a:pt x="2496727" y="5784306"/>
                          <a:pt x="2329258" y="5854720"/>
                        </a:cubicBezTo>
                        <a:cubicBezTo>
                          <a:pt x="2161789" y="5925134"/>
                          <a:pt x="1866325" y="5847030"/>
                          <a:pt x="1741066" y="5854720"/>
                        </a:cubicBezTo>
                        <a:cubicBezTo>
                          <a:pt x="1615807" y="5862410"/>
                          <a:pt x="1395638" y="5831161"/>
                          <a:pt x="1223457" y="5854720"/>
                        </a:cubicBezTo>
                        <a:cubicBezTo>
                          <a:pt x="1051276" y="5878279"/>
                          <a:pt x="874717" y="5821346"/>
                          <a:pt x="588210" y="5854720"/>
                        </a:cubicBezTo>
                        <a:cubicBezTo>
                          <a:pt x="295355" y="5835736"/>
                          <a:pt x="-41219" y="5656806"/>
                          <a:pt x="0" y="5266510"/>
                        </a:cubicBezTo>
                        <a:cubicBezTo>
                          <a:pt x="-62082" y="5061492"/>
                          <a:pt x="63114" y="4919165"/>
                          <a:pt x="0" y="4728506"/>
                        </a:cubicBezTo>
                        <a:cubicBezTo>
                          <a:pt x="-63114" y="4537847"/>
                          <a:pt x="67598" y="4416595"/>
                          <a:pt x="0" y="4143718"/>
                        </a:cubicBezTo>
                        <a:cubicBezTo>
                          <a:pt x="-67598" y="3870841"/>
                          <a:pt x="47971" y="3804176"/>
                          <a:pt x="0" y="3699280"/>
                        </a:cubicBezTo>
                        <a:cubicBezTo>
                          <a:pt x="-47971" y="3594384"/>
                          <a:pt x="18838" y="3384689"/>
                          <a:pt x="0" y="3254841"/>
                        </a:cubicBezTo>
                        <a:cubicBezTo>
                          <a:pt x="-18838" y="3124993"/>
                          <a:pt x="36295" y="2896233"/>
                          <a:pt x="0" y="2670054"/>
                        </a:cubicBezTo>
                        <a:cubicBezTo>
                          <a:pt x="-36295" y="2443875"/>
                          <a:pt x="12293" y="2283397"/>
                          <a:pt x="0" y="2178832"/>
                        </a:cubicBezTo>
                        <a:cubicBezTo>
                          <a:pt x="-12293" y="2074267"/>
                          <a:pt x="42881" y="1673819"/>
                          <a:pt x="0" y="1547262"/>
                        </a:cubicBezTo>
                        <a:cubicBezTo>
                          <a:pt x="-42881" y="1420705"/>
                          <a:pt x="2387" y="914777"/>
                          <a:pt x="0" y="588210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59EEBCDC-BA3F-5868-75D6-7EB2B87115CB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59986"/>
          <a:stretch>
            <a:fillRect/>
          </a:stretch>
        </p:blipFill>
        <p:spPr>
          <a:xfrm>
            <a:off x="0" y="1420643"/>
            <a:ext cx="1014082" cy="1648983"/>
          </a:xfrm>
          <a:custGeom>
            <a:avLst/>
            <a:gdLst>
              <a:gd name="connsiteX0" fmla="*/ 0 w 1014082"/>
              <a:gd name="connsiteY0" fmla="*/ 0 h 1648983"/>
              <a:gd name="connsiteX1" fmla="*/ 1014082 w 1014082"/>
              <a:gd name="connsiteY1" fmla="*/ 0 h 1648983"/>
              <a:gd name="connsiteX2" fmla="*/ 1014082 w 1014082"/>
              <a:gd name="connsiteY2" fmla="*/ 1648983 h 1648983"/>
              <a:gd name="connsiteX3" fmla="*/ 0 w 1014082"/>
              <a:gd name="connsiteY3" fmla="*/ 1648983 h 16489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14082" h="1648983">
                <a:moveTo>
                  <a:pt x="0" y="0"/>
                </a:moveTo>
                <a:lnTo>
                  <a:pt x="1014082" y="0"/>
                </a:lnTo>
                <a:lnTo>
                  <a:pt x="1014082" y="1648983"/>
                </a:lnTo>
                <a:lnTo>
                  <a:pt x="0" y="1648983"/>
                </a:lnTo>
                <a:close/>
              </a:path>
            </a:pathLst>
          </a:cu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330203" y="2337393"/>
            <a:ext cx="1389888" cy="1389888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469928" y="2339375"/>
            <a:ext cx="1389888" cy="1389888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26514" y="506487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271823" y="5032014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126515" y="2795265"/>
            <a:ext cx="2788920" cy="365760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71823" y="2794678"/>
            <a:ext cx="2788920" cy="3657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98143" y="3085049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067" y="3086146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32186" y="4662092"/>
            <a:ext cx="1389888" cy="1389888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6469928" y="4662092"/>
            <a:ext cx="1389888" cy="1389888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284732" y="5337865"/>
            <a:ext cx="2816352" cy="310896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107814" y="5335932"/>
            <a:ext cx="2816352" cy="310896"/>
          </a:xfrm>
        </p:spPr>
        <p:txBody>
          <a:bodyPr>
            <a:norm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C414FD-C705-79D9-78A9-63DB36DC2A3B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DD574B-2DC0-07BF-5573-0917979F78E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17808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15B61940-E61B-59FA-753F-E3122D288C5B}"/>
              </a:ext>
            </a:extLst>
          </p:cNvPr>
          <p:cNvSpPr/>
          <p:nvPr userDrawn="1"/>
        </p:nvSpPr>
        <p:spPr>
          <a:xfrm>
            <a:off x="1314365" y="1922787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148AA701-7A67-C49D-4314-407AF753DDE7}"/>
              </a:ext>
            </a:extLst>
          </p:cNvPr>
          <p:cNvSpPr/>
          <p:nvPr userDrawn="1"/>
        </p:nvSpPr>
        <p:spPr>
          <a:xfrm>
            <a:off x="3895640" y="1922787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CC8E6E4-F551-385C-FB82-E0DC1F41683A}"/>
              </a:ext>
            </a:extLst>
          </p:cNvPr>
          <p:cNvSpPr/>
          <p:nvPr userDrawn="1"/>
        </p:nvSpPr>
        <p:spPr>
          <a:xfrm>
            <a:off x="6476915" y="1922787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D29C42C5-603C-FCCB-D730-0AD61CFA4CC2}"/>
              </a:ext>
            </a:extLst>
          </p:cNvPr>
          <p:cNvSpPr/>
          <p:nvPr userDrawn="1"/>
        </p:nvSpPr>
        <p:spPr>
          <a:xfrm>
            <a:off x="9058190" y="1922787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06608174-ED17-1D4B-48DF-EA532646C797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941AE0A6-2671-E79C-548D-3AA4D5D9CB11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42152D0E-B03D-CC17-D0CC-650AE3953FCF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3" name="Graphic 82">
            <a:extLst>
              <a:ext uri="{FF2B5EF4-FFF2-40B4-BE49-F238E27FC236}">
                <a16:creationId xmlns:a16="http://schemas.microsoft.com/office/drawing/2014/main" id="{65438DF6-6622-6EE4-F01A-D199CAE96D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9712EE3B-E131-C405-FCA7-8263094DF01B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660BA33-D95F-4C82-419E-ADBE0C89155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Picture Placeholder 42">
            <a:extLst>
              <a:ext uri="{FF2B5EF4-FFF2-40B4-BE49-F238E27FC236}">
                <a16:creationId xmlns:a16="http://schemas.microsoft.com/office/drawing/2014/main" id="{085DE0BA-CA08-ED26-0A53-02D6FB61978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1524893" y="2133315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6" name="Picture Placeholder 42">
            <a:extLst>
              <a:ext uri="{FF2B5EF4-FFF2-40B4-BE49-F238E27FC236}">
                <a16:creationId xmlns:a16="http://schemas.microsoft.com/office/drawing/2014/main" id="{70F05177-1747-10FB-B022-0A36F8F91931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4106168" y="2133315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0" name="Text Placeholder 47">
            <a:extLst>
              <a:ext uri="{FF2B5EF4-FFF2-40B4-BE49-F238E27FC236}">
                <a16:creationId xmlns:a16="http://schemas.microsoft.com/office/drawing/2014/main" id="{485E5AFC-758F-34A6-2FEC-6042921AB73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05332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1" name="Text Placeholder 47">
            <a:extLst>
              <a:ext uri="{FF2B5EF4-FFF2-40B4-BE49-F238E27FC236}">
                <a16:creationId xmlns:a16="http://schemas.microsoft.com/office/drawing/2014/main" id="{298713CC-F6D5-ED75-901B-4121FEC8436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31936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7" name="Text Placeholder 47">
            <a:extLst>
              <a:ext uri="{FF2B5EF4-FFF2-40B4-BE49-F238E27FC236}">
                <a16:creationId xmlns:a16="http://schemas.microsoft.com/office/drawing/2014/main" id="{FD30C172-4265-C1CA-4368-B347D34C9F6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6968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8" name="Text Placeholder 47">
            <a:extLst>
              <a:ext uri="{FF2B5EF4-FFF2-40B4-BE49-F238E27FC236}">
                <a16:creationId xmlns:a16="http://schemas.microsoft.com/office/drawing/2014/main" id="{E6400DD4-A698-8FC3-4A8E-02EA10BB4BF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74720" y="3575304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9" name="Text Placeholder 47">
            <a:extLst>
              <a:ext uri="{FF2B5EF4-FFF2-40B4-BE49-F238E27FC236}">
                <a16:creationId xmlns:a16="http://schemas.microsoft.com/office/drawing/2014/main" id="{630E151D-3E22-BE90-7A51-5ED7C9AD7C2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8696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4" name="Text Placeholder 47">
            <a:extLst>
              <a:ext uri="{FF2B5EF4-FFF2-40B4-BE49-F238E27FC236}">
                <a16:creationId xmlns:a16="http://schemas.microsoft.com/office/drawing/2014/main" id="{6A448965-125C-6EED-07B0-E98A656BBF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474720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2" name="Picture Placeholder 42">
            <a:extLst>
              <a:ext uri="{FF2B5EF4-FFF2-40B4-BE49-F238E27FC236}">
                <a16:creationId xmlns:a16="http://schemas.microsoft.com/office/drawing/2014/main" id="{9BD10ABF-0CBA-9D6F-30D9-4C5B717D2F65}"/>
              </a:ext>
            </a:extLst>
          </p:cNvPr>
          <p:cNvSpPr>
            <a:spLocks noGrp="1" noChangeAspect="1"/>
          </p:cNvSpPr>
          <p:nvPr>
            <p:ph type="pic" sz="quarter" idx="24"/>
          </p:nvPr>
        </p:nvSpPr>
        <p:spPr>
          <a:xfrm>
            <a:off x="6687443" y="2133315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73" name="Picture Placeholder 42">
            <a:extLst>
              <a:ext uri="{FF2B5EF4-FFF2-40B4-BE49-F238E27FC236}">
                <a16:creationId xmlns:a16="http://schemas.microsoft.com/office/drawing/2014/main" id="{BA07108E-6273-D8A7-4270-9E51F53721B6}"/>
              </a:ext>
            </a:extLst>
          </p:cNvPr>
          <p:cNvSpPr>
            <a:spLocks noGrp="1" noChangeAspect="1"/>
          </p:cNvSpPr>
          <p:nvPr>
            <p:ph type="pic" sz="quarter" idx="25"/>
          </p:nvPr>
        </p:nvSpPr>
        <p:spPr>
          <a:xfrm>
            <a:off x="9268718" y="2133315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56" name="Text Placeholder 47">
            <a:extLst>
              <a:ext uri="{FF2B5EF4-FFF2-40B4-BE49-F238E27FC236}">
                <a16:creationId xmlns:a16="http://schemas.microsoft.com/office/drawing/2014/main" id="{6E2529DA-6F13-4B74-5C48-2FDB0911FF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31936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4" name="Text Placeholder 47">
            <a:extLst>
              <a:ext uri="{FF2B5EF4-FFF2-40B4-BE49-F238E27FC236}">
                <a16:creationId xmlns:a16="http://schemas.microsoft.com/office/drawing/2014/main" id="{DDB95F67-F2A0-C836-D292-8E7A6E4B1CC7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053328" y="3867912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75" name="Title 74">
            <a:extLst>
              <a:ext uri="{FF2B5EF4-FFF2-40B4-BE49-F238E27FC236}">
                <a16:creationId xmlns:a16="http://schemas.microsoft.com/office/drawing/2014/main" id="{45C7CFA5-6EFF-944C-B5AF-9679568766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CCCB2D5-E906-485E-2E26-F407AF7990EE}"/>
              </a:ext>
            </a:extLst>
          </p:cNvPr>
          <p:cNvSpPr/>
          <p:nvPr userDrawn="1"/>
        </p:nvSpPr>
        <p:spPr>
          <a:xfrm>
            <a:off x="1314365" y="4348233"/>
            <a:ext cx="1591489" cy="159148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608273C2-3AD4-6120-E47A-26DB07BBD95D}"/>
              </a:ext>
            </a:extLst>
          </p:cNvPr>
          <p:cNvSpPr/>
          <p:nvPr userDrawn="1"/>
        </p:nvSpPr>
        <p:spPr>
          <a:xfrm>
            <a:off x="3895640" y="4348233"/>
            <a:ext cx="1591489" cy="1591489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52F43D3C-5856-8C0F-0F96-72BD06ABE36F}"/>
              </a:ext>
            </a:extLst>
          </p:cNvPr>
          <p:cNvSpPr/>
          <p:nvPr userDrawn="1"/>
        </p:nvSpPr>
        <p:spPr>
          <a:xfrm>
            <a:off x="6476915" y="4348233"/>
            <a:ext cx="1591489" cy="1591489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9185EECC-2E1F-A706-B285-3F50DE4E325D}"/>
              </a:ext>
            </a:extLst>
          </p:cNvPr>
          <p:cNvSpPr/>
          <p:nvPr userDrawn="1"/>
        </p:nvSpPr>
        <p:spPr>
          <a:xfrm>
            <a:off x="9058190" y="4348233"/>
            <a:ext cx="1591489" cy="1591489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sp>
        <p:nvSpPr>
          <p:cNvPr id="31" name="Picture Placeholder 42">
            <a:extLst>
              <a:ext uri="{FF2B5EF4-FFF2-40B4-BE49-F238E27FC236}">
                <a16:creationId xmlns:a16="http://schemas.microsoft.com/office/drawing/2014/main" id="{68BB68C2-C6BF-C6F9-8006-0D20E4119CDC}"/>
              </a:ext>
            </a:extLst>
          </p:cNvPr>
          <p:cNvSpPr>
            <a:spLocks noGrp="1" noChangeAspect="1"/>
          </p:cNvSpPr>
          <p:nvPr>
            <p:ph type="pic" sz="quarter" idx="26"/>
          </p:nvPr>
        </p:nvSpPr>
        <p:spPr>
          <a:xfrm>
            <a:off x="1524893" y="4558761"/>
            <a:ext cx="1170432" cy="1170432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32" name="Picture Placeholder 42">
            <a:extLst>
              <a:ext uri="{FF2B5EF4-FFF2-40B4-BE49-F238E27FC236}">
                <a16:creationId xmlns:a16="http://schemas.microsoft.com/office/drawing/2014/main" id="{7ED2CB41-D537-2DB4-7393-38B54A68A24F}"/>
              </a:ext>
            </a:extLst>
          </p:cNvPr>
          <p:cNvSpPr>
            <a:spLocks noGrp="1" noChangeAspect="1"/>
          </p:cNvSpPr>
          <p:nvPr>
            <p:ph type="pic" sz="quarter" idx="27"/>
          </p:nvPr>
        </p:nvSpPr>
        <p:spPr>
          <a:xfrm>
            <a:off x="4106168" y="4558761"/>
            <a:ext cx="1170432" cy="1170432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33" name="Text Placeholder 47">
            <a:extLst>
              <a:ext uri="{FF2B5EF4-FFF2-40B4-BE49-F238E27FC236}">
                <a16:creationId xmlns:a16="http://schemas.microsoft.com/office/drawing/2014/main" id="{BBFB738A-B417-1ECD-CD63-3482F41BC56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05332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47">
            <a:extLst>
              <a:ext uri="{FF2B5EF4-FFF2-40B4-BE49-F238E27FC236}">
                <a16:creationId xmlns:a16="http://schemas.microsoft.com/office/drawing/2014/main" id="{2D5357B5-C3E2-7F93-1D38-5A371EEEF56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8631936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47">
            <a:extLst>
              <a:ext uri="{FF2B5EF4-FFF2-40B4-BE49-F238E27FC236}">
                <a16:creationId xmlns:a16="http://schemas.microsoft.com/office/drawing/2014/main" id="{F3A2EC5D-9943-7E84-56FB-B58A67C05507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886968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47">
            <a:extLst>
              <a:ext uri="{FF2B5EF4-FFF2-40B4-BE49-F238E27FC236}">
                <a16:creationId xmlns:a16="http://schemas.microsoft.com/office/drawing/2014/main" id="{DE78D7B0-18B2-66C2-EA4E-90629F60BFAC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474720" y="6000750"/>
            <a:ext cx="2441448" cy="365760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47">
            <a:extLst>
              <a:ext uri="{FF2B5EF4-FFF2-40B4-BE49-F238E27FC236}">
                <a16:creationId xmlns:a16="http://schemas.microsoft.com/office/drawing/2014/main" id="{A171817E-40B4-8D03-2F00-07A0200ABC8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8696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47">
            <a:extLst>
              <a:ext uri="{FF2B5EF4-FFF2-40B4-BE49-F238E27FC236}">
                <a16:creationId xmlns:a16="http://schemas.microsoft.com/office/drawing/2014/main" id="{7CB4D57A-D57F-A9A7-E242-62A0EFB9034B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474720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Picture Placeholder 42">
            <a:extLst>
              <a:ext uri="{FF2B5EF4-FFF2-40B4-BE49-F238E27FC236}">
                <a16:creationId xmlns:a16="http://schemas.microsoft.com/office/drawing/2014/main" id="{CABD2581-C1DD-BCD8-B303-D442E2826A57}"/>
              </a:ext>
            </a:extLst>
          </p:cNvPr>
          <p:cNvSpPr>
            <a:spLocks noGrp="1" noChangeAspect="1"/>
          </p:cNvSpPr>
          <p:nvPr>
            <p:ph type="pic" sz="quarter" idx="34"/>
          </p:nvPr>
        </p:nvSpPr>
        <p:spPr>
          <a:xfrm>
            <a:off x="6687443" y="4558761"/>
            <a:ext cx="1170432" cy="1170432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0" name="Picture Placeholder 42">
            <a:extLst>
              <a:ext uri="{FF2B5EF4-FFF2-40B4-BE49-F238E27FC236}">
                <a16:creationId xmlns:a16="http://schemas.microsoft.com/office/drawing/2014/main" id="{69C46305-033A-D1D0-006B-CA534D171213}"/>
              </a:ext>
            </a:extLst>
          </p:cNvPr>
          <p:cNvSpPr>
            <a:spLocks noGrp="1" noChangeAspect="1"/>
          </p:cNvSpPr>
          <p:nvPr>
            <p:ph type="pic" sz="quarter" idx="35"/>
          </p:nvPr>
        </p:nvSpPr>
        <p:spPr>
          <a:xfrm>
            <a:off x="9268718" y="4558761"/>
            <a:ext cx="1170432" cy="1170432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800"/>
            </a:lvl1pPr>
          </a:lstStyle>
          <a:p>
            <a:endParaRPr lang="en-US" dirty="0"/>
          </a:p>
        </p:txBody>
      </p:sp>
      <p:sp>
        <p:nvSpPr>
          <p:cNvPr id="41" name="Text Placeholder 47">
            <a:extLst>
              <a:ext uri="{FF2B5EF4-FFF2-40B4-BE49-F238E27FC236}">
                <a16:creationId xmlns:a16="http://schemas.microsoft.com/office/drawing/2014/main" id="{8A2F0738-422D-8670-FFDD-4DD9CC8579DC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631936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2" name="Text Placeholder 47">
            <a:extLst>
              <a:ext uri="{FF2B5EF4-FFF2-40B4-BE49-F238E27FC236}">
                <a16:creationId xmlns:a16="http://schemas.microsoft.com/office/drawing/2014/main" id="{83236D35-4927-EB6F-1700-660A0790337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053328" y="6293358"/>
            <a:ext cx="2441448" cy="310896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5F9D1D0-8763-3145-447C-B59E4A8FC6EC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818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65732" y="1825625"/>
            <a:ext cx="886053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06D563D3-0A67-7027-7E6A-4A1CC1EFC69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253299D-623D-C544-F0BB-1CFBDADB60B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4DFB546-9FE5-4620-5D33-4097901B71B3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8279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CEF658BC-1431-0DE4-1239-3174304231C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4763BC-4E08-292A-DD60-96BE96D0C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0985-1AA1-7560-41A6-84310DD64A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70E0AF6-58A8-48DB-1F46-476F080F61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EC9D58-970F-C9CA-292B-CD8C17FCE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2D850-95FE-4444-3630-18B4E2855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11933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068D4647-BE09-FD84-9BD2-6303C6683A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55064" y="2926080"/>
            <a:ext cx="1801368" cy="502920"/>
          </a:xfrm>
          <a:solidFill>
            <a:schemeClr val="accent1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3" name="Text Placeholder 31">
            <a:extLst>
              <a:ext uri="{FF2B5EF4-FFF2-40B4-BE49-F238E27FC236}">
                <a16:creationId xmlns:a16="http://schemas.microsoft.com/office/drawing/2014/main" id="{AB9EB1AC-FF5A-36FF-E4EC-C3F6EDF04B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995928" y="2926080"/>
            <a:ext cx="1801368" cy="502920"/>
          </a:xfrm>
          <a:solidFill>
            <a:schemeClr val="accent2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31">
            <a:extLst>
              <a:ext uri="{FF2B5EF4-FFF2-40B4-BE49-F238E27FC236}">
                <a16:creationId xmlns:a16="http://schemas.microsoft.com/office/drawing/2014/main" id="{919FA078-A6CC-4C6E-BB4E-70AA4ECA801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45936" y="2926080"/>
            <a:ext cx="1801368" cy="502920"/>
          </a:xfrm>
          <a:solidFill>
            <a:schemeClr val="accent4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31">
            <a:extLst>
              <a:ext uri="{FF2B5EF4-FFF2-40B4-BE49-F238E27FC236}">
                <a16:creationId xmlns:a16="http://schemas.microsoft.com/office/drawing/2014/main" id="{B0730A45-AC46-DF6D-F56B-76A81490918A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8695944" y="2926080"/>
            <a:ext cx="1987296" cy="502920"/>
          </a:xfrm>
          <a:solidFill>
            <a:schemeClr val="accent3"/>
          </a:solidFill>
        </p:spPr>
        <p:txBody>
          <a:bodyPr>
            <a:noAutofit/>
          </a:bodyPr>
          <a:lstStyle>
            <a:lvl1pPr marL="0" indent="0">
              <a:buNone/>
              <a:defRPr sz="1200">
                <a:noFill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93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054096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F862698-31B6-3C3C-7B04-A5AB06659947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72237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12F0E6AE-7B40-CC7A-BAB7-B5963027CE13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3163824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F19DE03C-9C3C-ED9E-7938-68DC59591962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596128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3" name="Text Placeholder 14">
            <a:extLst>
              <a:ext uri="{FF2B5EF4-FFF2-40B4-BE49-F238E27FC236}">
                <a16:creationId xmlns:a16="http://schemas.microsoft.com/office/drawing/2014/main" id="{D15E2928-BFA0-AA75-6EC4-69EFDD615540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8028432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B1000C26-BF38-857C-8EB7-C84E4425628C}"/>
              </a:ext>
            </a:extLst>
          </p:cNvPr>
          <p:cNvSpPr>
            <a:spLocks noGrp="1" noChangeAspect="1"/>
          </p:cNvSpPr>
          <p:nvPr>
            <p:ph type="body" sz="quarter" idx="19" hasCustomPrompt="1"/>
          </p:nvPr>
        </p:nvSpPr>
        <p:spPr>
          <a:xfrm>
            <a:off x="10460736" y="2706624"/>
            <a:ext cx="1014984" cy="1014984"/>
          </a:xfrm>
          <a:prstGeom prst="ellipse">
            <a:avLst/>
          </a:prstGeom>
          <a:solidFill>
            <a:schemeClr val="tx1"/>
          </a:solidFill>
        </p:spPr>
        <p:txBody>
          <a:bodyPr lIns="0" tIns="0" rIns="0" bIns="0" anchor="ctr">
            <a:normAutofit/>
          </a:bodyPr>
          <a:lstStyle>
            <a:lvl1pPr marL="0" indent="0" algn="ctr">
              <a:buNone/>
              <a:defRPr sz="1800">
                <a:solidFill>
                  <a:schemeClr val="bg2"/>
                </a:solidFill>
              </a:defRPr>
            </a:lvl1pPr>
          </a:lstStyle>
          <a:p>
            <a:pPr lvl="0"/>
            <a:r>
              <a:rPr lang="en-US" dirty="0"/>
              <a:t>MMM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7A3AFB34-A509-98A0-B6AB-3BC35F16DDD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504688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B4CAD471-FB12-ACCA-9D4A-E01322DC61A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918704" y="4041648"/>
            <a:ext cx="182270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B7FF2DDC-689F-CE60-97C8-8575DBB2C06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369296" y="4041648"/>
            <a:ext cx="1563624" cy="1414272"/>
          </a:xfrm>
        </p:spPr>
        <p:txBody>
          <a:bodyPr anchor="t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Footer Placeholder 35">
            <a:extLst>
              <a:ext uri="{FF2B5EF4-FFF2-40B4-BE49-F238E27FC236}">
                <a16:creationId xmlns:a16="http://schemas.microsoft.com/office/drawing/2014/main" id="{A2666B74-0A69-6162-5AD3-4561A8EE5514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" name="Text Placeholder 9">
            <a:extLst>
              <a:ext uri="{FF2B5EF4-FFF2-40B4-BE49-F238E27FC236}">
                <a16:creationId xmlns:a16="http://schemas.microsoft.com/office/drawing/2014/main" id="{78FC7A6E-EB75-1109-AB97-8091F2C9FF8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" name="Slide Number Placeholder 9">
            <a:extLst>
              <a:ext uri="{FF2B5EF4-FFF2-40B4-BE49-F238E27FC236}">
                <a16:creationId xmlns:a16="http://schemas.microsoft.com/office/drawing/2014/main" id="{3882992B-56C1-1B1D-6308-47369A0DF03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651903" y="809244"/>
            <a:ext cx="941832" cy="621792"/>
          </a:xfrm>
        </p:spPr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90248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9F44A91D-CC57-69D8-3CC1-3538FCB6B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77662" b="48541"/>
          <a:stretch>
            <a:fillRect/>
          </a:stretch>
        </p:blipFill>
        <p:spPr>
          <a:xfrm flipV="1">
            <a:off x="10376194" y="1"/>
            <a:ext cx="1815806" cy="3829511"/>
          </a:xfrm>
          <a:custGeom>
            <a:avLst/>
            <a:gdLst>
              <a:gd name="connsiteX0" fmla="*/ 0 w 1815806"/>
              <a:gd name="connsiteY0" fmla="*/ 3829511 h 3829511"/>
              <a:gd name="connsiteX1" fmla="*/ 1815806 w 1815806"/>
              <a:gd name="connsiteY1" fmla="*/ 3829511 h 3829511"/>
              <a:gd name="connsiteX2" fmla="*/ 1815806 w 1815806"/>
              <a:gd name="connsiteY2" fmla="*/ 0 h 3829511"/>
              <a:gd name="connsiteX3" fmla="*/ 0 w 1815806"/>
              <a:gd name="connsiteY3" fmla="*/ 0 h 38295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15806" h="3829511">
                <a:moveTo>
                  <a:pt x="0" y="3829511"/>
                </a:moveTo>
                <a:lnTo>
                  <a:pt x="1815806" y="3829511"/>
                </a:lnTo>
                <a:lnTo>
                  <a:pt x="1815806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5AB0AC87-A4CD-F667-74B2-52047C1E6FB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r="85638" b="45150"/>
          <a:stretch>
            <a:fillRect/>
          </a:stretch>
        </p:blipFill>
        <p:spPr>
          <a:xfrm flipV="1">
            <a:off x="10887888" y="1"/>
            <a:ext cx="1304112" cy="3289795"/>
          </a:xfrm>
          <a:custGeom>
            <a:avLst/>
            <a:gdLst>
              <a:gd name="connsiteX0" fmla="*/ 0 w 1304112"/>
              <a:gd name="connsiteY0" fmla="*/ 3289795 h 3289795"/>
              <a:gd name="connsiteX1" fmla="*/ 1304112 w 1304112"/>
              <a:gd name="connsiteY1" fmla="*/ 3289795 h 3289795"/>
              <a:gd name="connsiteX2" fmla="*/ 1304112 w 1304112"/>
              <a:gd name="connsiteY2" fmla="*/ 0 h 3289795"/>
              <a:gd name="connsiteX3" fmla="*/ 0 w 1304112"/>
              <a:gd name="connsiteY3" fmla="*/ 0 h 32897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304112" h="3289795">
                <a:moveTo>
                  <a:pt x="0" y="3289795"/>
                </a:moveTo>
                <a:lnTo>
                  <a:pt x="1304112" y="3289795"/>
                </a:lnTo>
                <a:lnTo>
                  <a:pt x="1304112" y="0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 55">
            <a:extLst>
              <a:ext uri="{FF2B5EF4-FFF2-40B4-BE49-F238E27FC236}">
                <a16:creationId xmlns:a16="http://schemas.microsoft.com/office/drawing/2014/main" id="{5DF0CA69-CF45-9850-4F85-B4C3BF2141B4}"/>
              </a:ext>
            </a:extLst>
          </p:cNvPr>
          <p:cNvSpPr/>
          <p:nvPr userDrawn="1"/>
        </p:nvSpPr>
        <p:spPr>
          <a:xfrm>
            <a:off x="-7736" y="6082871"/>
            <a:ext cx="12199737" cy="493110"/>
          </a:xfrm>
          <a:custGeom>
            <a:avLst/>
            <a:gdLst>
              <a:gd name="connsiteX0" fmla="*/ 25897 w 12199737"/>
              <a:gd name="connsiteY0" fmla="*/ 0 h 493110"/>
              <a:gd name="connsiteX1" fmla="*/ 12199737 w 12199737"/>
              <a:gd name="connsiteY1" fmla="*/ 0 h 493110"/>
              <a:gd name="connsiteX2" fmla="*/ 12199737 w 12199737"/>
              <a:gd name="connsiteY2" fmla="*/ 493110 h 493110"/>
              <a:gd name="connsiteX3" fmla="*/ 25897 w 12199737"/>
              <a:gd name="connsiteY3" fmla="*/ 493109 h 493110"/>
              <a:gd name="connsiteX4" fmla="*/ 0 w 12199737"/>
              <a:gd name="connsiteY4" fmla="*/ 490499 h 493110"/>
              <a:gd name="connsiteX5" fmla="*/ 0 w 12199737"/>
              <a:gd name="connsiteY5" fmla="*/ 2611 h 4931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9737" h="493110">
                <a:moveTo>
                  <a:pt x="25897" y="0"/>
                </a:moveTo>
                <a:lnTo>
                  <a:pt x="12199737" y="0"/>
                </a:lnTo>
                <a:lnTo>
                  <a:pt x="12199737" y="493110"/>
                </a:lnTo>
                <a:lnTo>
                  <a:pt x="25897" y="493109"/>
                </a:lnTo>
                <a:lnTo>
                  <a:pt x="0" y="490499"/>
                </a:lnTo>
                <a:lnTo>
                  <a:pt x="0" y="261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E865D6-FFF0-8547-C225-4EA40D12981C}"/>
              </a:ext>
            </a:extLst>
          </p:cNvPr>
          <p:cNvSpPr/>
          <p:nvPr userDrawn="1"/>
        </p:nvSpPr>
        <p:spPr>
          <a:xfrm>
            <a:off x="10745496" y="271272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C43A4F4-14CD-C1BC-076B-D3EC524E9072}"/>
              </a:ext>
            </a:extLst>
          </p:cNvPr>
          <p:cNvSpPr/>
          <p:nvPr userDrawn="1"/>
        </p:nvSpPr>
        <p:spPr>
          <a:xfrm>
            <a:off x="11336726" y="2288311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9C9BF2-FA96-FBA2-CC60-3024E983F26F}"/>
              </a:ext>
            </a:extLst>
          </p:cNvPr>
          <p:cNvSpPr/>
          <p:nvPr userDrawn="1"/>
        </p:nvSpPr>
        <p:spPr>
          <a:xfrm>
            <a:off x="825032" y="6142636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35040" y="2148840"/>
            <a:ext cx="3566160" cy="649224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60720" y="2788920"/>
            <a:ext cx="4352544" cy="2002536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8128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BEF48E5-0EF0-3977-79C2-820662F06DA9}"/>
              </a:ext>
            </a:extLst>
          </p:cNvPr>
          <p:cNvSpPr/>
          <p:nvPr userDrawn="1"/>
        </p:nvSpPr>
        <p:spPr>
          <a:xfrm>
            <a:off x="2589592" y="723899"/>
            <a:ext cx="8870656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6AAF462-6D82-EBE1-069E-7DBC32F1CC5D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211A54-748F-71FD-8701-AE68B04A5A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72768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08F8E6-CFD8-798A-9C2F-F6AC425444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844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FF5B42-8E52-2B78-7C88-39A811D7A9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349240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0AB633-C7A8-E90B-901E-7E3FCE2D5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74920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B569F4F-40C0-2BAE-2F80-0B6BF70B49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38E5EFA-258F-AF45-F3FE-029FC106765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D44511B0-E2E3-43E3-E867-BD59B58CA92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9FE5CA81-EC6E-7E1A-302A-32C7DC50B8A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38DCAB8-FF04-8225-502A-9415422E45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4165" t="86663"/>
          <a:stretch/>
        </p:blipFill>
        <p:spPr>
          <a:xfrm flipH="1" flipV="1">
            <a:off x="7732664" y="5943369"/>
            <a:ext cx="4459335" cy="914630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D37B56B1-1773-120E-5DF7-ADC768615C86}"/>
              </a:ext>
            </a:extLst>
          </p:cNvPr>
          <p:cNvSpPr/>
          <p:nvPr userDrawn="1"/>
        </p:nvSpPr>
        <p:spPr>
          <a:xfrm>
            <a:off x="10012200" y="5977940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BA05B6D8-31AC-001B-57B4-132C0A9BED3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851392" y="2148840"/>
            <a:ext cx="3218688" cy="365760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Content Placeholder 5">
            <a:extLst>
              <a:ext uri="{FF2B5EF4-FFF2-40B4-BE49-F238E27FC236}">
                <a16:creationId xmlns:a16="http://schemas.microsoft.com/office/drawing/2014/main" id="{56DC4DB0-B5C2-72F4-A891-0281DDB80FC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8567928" y="2788920"/>
            <a:ext cx="3163824" cy="3291840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spcBef>
                <a:spcPts val="0"/>
              </a:spcBef>
              <a:defRPr sz="1400"/>
            </a:lvl1pPr>
            <a:lvl2pPr>
              <a:lnSpc>
                <a:spcPct val="150000"/>
              </a:lnSpc>
              <a:spcBef>
                <a:spcPts val="0"/>
              </a:spcBef>
              <a:defRPr sz="1200"/>
            </a:lvl2pPr>
            <a:lvl3pPr>
              <a:lnSpc>
                <a:spcPct val="150000"/>
              </a:lnSpc>
              <a:spcBef>
                <a:spcPts val="0"/>
              </a:spcBef>
              <a:defRPr sz="1100"/>
            </a:lvl3pPr>
            <a:lvl4pPr>
              <a:lnSpc>
                <a:spcPct val="150000"/>
              </a:lnSpc>
              <a:spcBef>
                <a:spcPts val="0"/>
              </a:spcBef>
              <a:defRPr sz="1050"/>
            </a:lvl4pPr>
            <a:lvl5pPr>
              <a:lnSpc>
                <a:spcPct val="150000"/>
              </a:lnSpc>
              <a:spcBef>
                <a:spcPts val="0"/>
              </a:spcBef>
              <a:defRPr sz="105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53562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raphic 22">
            <a:extLst>
              <a:ext uri="{FF2B5EF4-FFF2-40B4-BE49-F238E27FC236}">
                <a16:creationId xmlns:a16="http://schemas.microsoft.com/office/drawing/2014/main" id="{8508C9A2-89A3-8585-F561-54AF27E76C2E}"/>
              </a:ext>
            </a:extLst>
          </p:cNvPr>
          <p:cNvSpPr/>
          <p:nvPr/>
        </p:nvSpPr>
        <p:spPr>
          <a:xfrm>
            <a:off x="8963354" y="3545840"/>
            <a:ext cx="2556181" cy="2641600"/>
          </a:xfrm>
          <a:custGeom>
            <a:avLst/>
            <a:gdLst>
              <a:gd name="connsiteX0" fmla="*/ 11417928 w 11417635"/>
              <a:gd name="connsiteY0" fmla="*/ 16489276 h 17685280"/>
              <a:gd name="connsiteX1" fmla="*/ 10219543 w 11417635"/>
              <a:gd name="connsiteY1" fmla="*/ 17687536 h 17685280"/>
              <a:gd name="connsiteX2" fmla="*/ 1198684 w 11417635"/>
              <a:gd name="connsiteY2" fmla="*/ 17687536 h 17685280"/>
              <a:gd name="connsiteX3" fmla="*/ 293 w 11417635"/>
              <a:gd name="connsiteY3" fmla="*/ 16489276 h 17685280"/>
              <a:gd name="connsiteX4" fmla="*/ 293 w 11417635"/>
              <a:gd name="connsiteY4" fmla="*/ 1200514 h 17685280"/>
              <a:gd name="connsiteX5" fmla="*/ 1198684 w 11417635"/>
              <a:gd name="connsiteY5" fmla="*/ 2255 h 17685280"/>
              <a:gd name="connsiteX6" fmla="*/ 10219543 w 11417635"/>
              <a:gd name="connsiteY6" fmla="*/ 2255 h 17685280"/>
              <a:gd name="connsiteX7" fmla="*/ 11417928 w 11417635"/>
              <a:gd name="connsiteY7" fmla="*/ 1200514 h 17685280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7" fmla="*/ 10219250 w 11417635"/>
              <a:gd name="connsiteY7" fmla="*/ 14227 h 17699508"/>
              <a:gd name="connsiteX8" fmla="*/ 11417635 w 11417635"/>
              <a:gd name="connsiteY8" fmla="*/ 1212486 h 17699508"/>
              <a:gd name="connsiteX9" fmla="*/ 11417635 w 11417635"/>
              <a:gd name="connsiteY9" fmla="*/ 16501248 h 17699508"/>
              <a:gd name="connsiteX0" fmla="*/ 11417635 w 11509075"/>
              <a:gd name="connsiteY0" fmla="*/ 1212486 h 17699508"/>
              <a:gd name="connsiteX1" fmla="*/ 11417635 w 11509075"/>
              <a:gd name="connsiteY1" fmla="*/ 16501248 h 17699508"/>
              <a:gd name="connsiteX2" fmla="*/ 10219250 w 11509075"/>
              <a:gd name="connsiteY2" fmla="*/ 17699508 h 17699508"/>
              <a:gd name="connsiteX3" fmla="*/ 1198391 w 11509075"/>
              <a:gd name="connsiteY3" fmla="*/ 17699508 h 17699508"/>
              <a:gd name="connsiteX4" fmla="*/ 0 w 11509075"/>
              <a:gd name="connsiteY4" fmla="*/ 16501248 h 17699508"/>
              <a:gd name="connsiteX5" fmla="*/ 0 w 11509075"/>
              <a:gd name="connsiteY5" fmla="*/ 1212486 h 17699508"/>
              <a:gd name="connsiteX6" fmla="*/ 1198391 w 11509075"/>
              <a:gd name="connsiteY6" fmla="*/ 14227 h 17699508"/>
              <a:gd name="connsiteX7" fmla="*/ 3548686 w 11509075"/>
              <a:gd name="connsiteY7" fmla="*/ 0 h 17699508"/>
              <a:gd name="connsiteX8" fmla="*/ 10219250 w 11509075"/>
              <a:gd name="connsiteY8" fmla="*/ 14227 h 17699508"/>
              <a:gd name="connsiteX9" fmla="*/ 11509075 w 11509075"/>
              <a:gd name="connsiteY9" fmla="*/ 1303926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8" fmla="*/ 10219250 w 11417635"/>
              <a:gd name="connsiteY8" fmla="*/ 14227 h 17699508"/>
              <a:gd name="connsiteX0" fmla="*/ 11417635 w 11417635"/>
              <a:gd name="connsiteY0" fmla="*/ 1212486 h 17699508"/>
              <a:gd name="connsiteX1" fmla="*/ 11417635 w 11417635"/>
              <a:gd name="connsiteY1" fmla="*/ 16501248 h 17699508"/>
              <a:gd name="connsiteX2" fmla="*/ 10219250 w 11417635"/>
              <a:gd name="connsiteY2" fmla="*/ 17699508 h 17699508"/>
              <a:gd name="connsiteX3" fmla="*/ 1198391 w 11417635"/>
              <a:gd name="connsiteY3" fmla="*/ 17699508 h 17699508"/>
              <a:gd name="connsiteX4" fmla="*/ 0 w 11417635"/>
              <a:gd name="connsiteY4" fmla="*/ 16501248 h 17699508"/>
              <a:gd name="connsiteX5" fmla="*/ 0 w 11417635"/>
              <a:gd name="connsiteY5" fmla="*/ 1212486 h 17699508"/>
              <a:gd name="connsiteX6" fmla="*/ 1198391 w 11417635"/>
              <a:gd name="connsiteY6" fmla="*/ 14227 h 17699508"/>
              <a:gd name="connsiteX7" fmla="*/ 3548686 w 11417635"/>
              <a:gd name="connsiteY7" fmla="*/ 0 h 17699508"/>
              <a:gd name="connsiteX0" fmla="*/ 11417635 w 11417635"/>
              <a:gd name="connsiteY0" fmla="*/ 16501248 h 17699508"/>
              <a:gd name="connsiteX1" fmla="*/ 10219250 w 11417635"/>
              <a:gd name="connsiteY1" fmla="*/ 17699508 h 17699508"/>
              <a:gd name="connsiteX2" fmla="*/ 1198391 w 11417635"/>
              <a:gd name="connsiteY2" fmla="*/ 17699508 h 17699508"/>
              <a:gd name="connsiteX3" fmla="*/ 0 w 11417635"/>
              <a:gd name="connsiteY3" fmla="*/ 16501248 h 17699508"/>
              <a:gd name="connsiteX4" fmla="*/ 0 w 11417635"/>
              <a:gd name="connsiteY4" fmla="*/ 1212486 h 17699508"/>
              <a:gd name="connsiteX5" fmla="*/ 1198391 w 11417635"/>
              <a:gd name="connsiteY5" fmla="*/ 14227 h 17699508"/>
              <a:gd name="connsiteX6" fmla="*/ 3548686 w 11417635"/>
              <a:gd name="connsiteY6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002280 h 17699508"/>
              <a:gd name="connsiteX5" fmla="*/ 2235 w 11419870"/>
              <a:gd name="connsiteY5" fmla="*/ 1212486 h 17699508"/>
              <a:gd name="connsiteX6" fmla="*/ 1200626 w 11419870"/>
              <a:gd name="connsiteY6" fmla="*/ 14227 h 17699508"/>
              <a:gd name="connsiteX7" fmla="*/ 3550921 w 11419870"/>
              <a:gd name="connsiteY7" fmla="*/ 0 h 17699508"/>
              <a:gd name="connsiteX0" fmla="*/ 11419870 w 11419870"/>
              <a:gd name="connsiteY0" fmla="*/ 16501248 h 17699508"/>
              <a:gd name="connsiteX1" fmla="*/ 10221485 w 11419870"/>
              <a:gd name="connsiteY1" fmla="*/ 17699508 h 17699508"/>
              <a:gd name="connsiteX2" fmla="*/ 1200626 w 11419870"/>
              <a:gd name="connsiteY2" fmla="*/ 17699508 h 17699508"/>
              <a:gd name="connsiteX3" fmla="*/ 2235 w 11419870"/>
              <a:gd name="connsiteY3" fmla="*/ 16501248 h 17699508"/>
              <a:gd name="connsiteX4" fmla="*/ 0 w 11419870"/>
              <a:gd name="connsiteY4" fmla="*/ 3947160 h 17699508"/>
              <a:gd name="connsiteX5" fmla="*/ 0 w 11419870"/>
              <a:gd name="connsiteY5" fmla="*/ 3002280 h 17699508"/>
              <a:gd name="connsiteX6" fmla="*/ 2235 w 11419870"/>
              <a:gd name="connsiteY6" fmla="*/ 1212486 h 17699508"/>
              <a:gd name="connsiteX7" fmla="*/ 1200626 w 11419870"/>
              <a:gd name="connsiteY7" fmla="*/ 14227 h 17699508"/>
              <a:gd name="connsiteX8" fmla="*/ 3550921 w 11419870"/>
              <a:gd name="connsiteY8" fmla="*/ 0 h 17699508"/>
              <a:gd name="connsiteX0" fmla="*/ 10221485 w 10221485"/>
              <a:gd name="connsiteY0" fmla="*/ 17699508 h 17699508"/>
              <a:gd name="connsiteX1" fmla="*/ 1200626 w 10221485"/>
              <a:gd name="connsiteY1" fmla="*/ 17699508 h 17699508"/>
              <a:gd name="connsiteX2" fmla="*/ 2235 w 10221485"/>
              <a:gd name="connsiteY2" fmla="*/ 16501248 h 17699508"/>
              <a:gd name="connsiteX3" fmla="*/ 0 w 10221485"/>
              <a:gd name="connsiteY3" fmla="*/ 3947160 h 17699508"/>
              <a:gd name="connsiteX4" fmla="*/ 0 w 10221485"/>
              <a:gd name="connsiteY4" fmla="*/ 3002280 h 17699508"/>
              <a:gd name="connsiteX5" fmla="*/ 2235 w 10221485"/>
              <a:gd name="connsiteY5" fmla="*/ 1212486 h 17699508"/>
              <a:gd name="connsiteX6" fmla="*/ 1200626 w 10221485"/>
              <a:gd name="connsiteY6" fmla="*/ 14227 h 17699508"/>
              <a:gd name="connsiteX7" fmla="*/ 3550921 w 10221485"/>
              <a:gd name="connsiteY7" fmla="*/ 0 h 17699508"/>
              <a:gd name="connsiteX0" fmla="*/ 1200626 w 3550921"/>
              <a:gd name="connsiteY0" fmla="*/ 17699508 h 17699508"/>
              <a:gd name="connsiteX1" fmla="*/ 2235 w 3550921"/>
              <a:gd name="connsiteY1" fmla="*/ 16501248 h 17699508"/>
              <a:gd name="connsiteX2" fmla="*/ 0 w 3550921"/>
              <a:gd name="connsiteY2" fmla="*/ 3947160 h 17699508"/>
              <a:gd name="connsiteX3" fmla="*/ 0 w 3550921"/>
              <a:gd name="connsiteY3" fmla="*/ 3002280 h 17699508"/>
              <a:gd name="connsiteX4" fmla="*/ 2235 w 3550921"/>
              <a:gd name="connsiteY4" fmla="*/ 1212486 h 17699508"/>
              <a:gd name="connsiteX5" fmla="*/ 1200626 w 3550921"/>
              <a:gd name="connsiteY5" fmla="*/ 14227 h 17699508"/>
              <a:gd name="connsiteX6" fmla="*/ 3550921 w 3550921"/>
              <a:gd name="connsiteY6" fmla="*/ 0 h 17699508"/>
              <a:gd name="connsiteX0" fmla="*/ 2235 w 3550921"/>
              <a:gd name="connsiteY0" fmla="*/ 16501248 h 16501248"/>
              <a:gd name="connsiteX1" fmla="*/ 0 w 3550921"/>
              <a:gd name="connsiteY1" fmla="*/ 3947160 h 16501248"/>
              <a:gd name="connsiteX2" fmla="*/ 0 w 3550921"/>
              <a:gd name="connsiteY2" fmla="*/ 3002280 h 16501248"/>
              <a:gd name="connsiteX3" fmla="*/ 2235 w 3550921"/>
              <a:gd name="connsiteY3" fmla="*/ 1212486 h 16501248"/>
              <a:gd name="connsiteX4" fmla="*/ 1200626 w 3550921"/>
              <a:gd name="connsiteY4" fmla="*/ 14227 h 16501248"/>
              <a:gd name="connsiteX5" fmla="*/ 3550921 w 3550921"/>
              <a:gd name="connsiteY5" fmla="*/ 0 h 16501248"/>
              <a:gd name="connsiteX0" fmla="*/ 0 w 3550921"/>
              <a:gd name="connsiteY0" fmla="*/ 3947160 h 3947160"/>
              <a:gd name="connsiteX1" fmla="*/ 0 w 3550921"/>
              <a:gd name="connsiteY1" fmla="*/ 3002280 h 3947160"/>
              <a:gd name="connsiteX2" fmla="*/ 2235 w 3550921"/>
              <a:gd name="connsiteY2" fmla="*/ 1212486 h 3947160"/>
              <a:gd name="connsiteX3" fmla="*/ 1200626 w 3550921"/>
              <a:gd name="connsiteY3" fmla="*/ 14227 h 3947160"/>
              <a:gd name="connsiteX4" fmla="*/ 3550921 w 3550921"/>
              <a:gd name="connsiteY4" fmla="*/ 0 h 3947160"/>
              <a:gd name="connsiteX0" fmla="*/ 0 w 3550921"/>
              <a:gd name="connsiteY0" fmla="*/ 3002280 h 3002280"/>
              <a:gd name="connsiteX1" fmla="*/ 2235 w 3550921"/>
              <a:gd name="connsiteY1" fmla="*/ 1212486 h 3002280"/>
              <a:gd name="connsiteX2" fmla="*/ 1200626 w 3550921"/>
              <a:gd name="connsiteY2" fmla="*/ 14227 h 3002280"/>
              <a:gd name="connsiteX3" fmla="*/ 3550921 w 3550921"/>
              <a:gd name="connsiteY3" fmla="*/ 0 h 3002280"/>
              <a:gd name="connsiteX0" fmla="*/ 2845 w 3548686"/>
              <a:gd name="connsiteY0" fmla="*/ 2799080 h 2799080"/>
              <a:gd name="connsiteX1" fmla="*/ 0 w 3548686"/>
              <a:gd name="connsiteY1" fmla="*/ 1212486 h 2799080"/>
              <a:gd name="connsiteX2" fmla="*/ 1198391 w 3548686"/>
              <a:gd name="connsiteY2" fmla="*/ 14227 h 2799080"/>
              <a:gd name="connsiteX3" fmla="*/ 3548686 w 3548686"/>
              <a:gd name="connsiteY3" fmla="*/ 0 h 2799080"/>
              <a:gd name="connsiteX0" fmla="*/ 2845 w 3548686"/>
              <a:gd name="connsiteY0" fmla="*/ 2707640 h 2707640"/>
              <a:gd name="connsiteX1" fmla="*/ 0 w 3548686"/>
              <a:gd name="connsiteY1" fmla="*/ 1212486 h 2707640"/>
              <a:gd name="connsiteX2" fmla="*/ 1198391 w 3548686"/>
              <a:gd name="connsiteY2" fmla="*/ 14227 h 2707640"/>
              <a:gd name="connsiteX3" fmla="*/ 3548686 w 3548686"/>
              <a:gd name="connsiteY3" fmla="*/ 0 h 2707640"/>
              <a:gd name="connsiteX0" fmla="*/ 2845 w 3548686"/>
              <a:gd name="connsiteY0" fmla="*/ 2667000 h 2667000"/>
              <a:gd name="connsiteX1" fmla="*/ 0 w 3548686"/>
              <a:gd name="connsiteY1" fmla="*/ 1212486 h 2667000"/>
              <a:gd name="connsiteX2" fmla="*/ 1198391 w 3548686"/>
              <a:gd name="connsiteY2" fmla="*/ 14227 h 2667000"/>
              <a:gd name="connsiteX3" fmla="*/ 3548686 w 3548686"/>
              <a:gd name="connsiteY3" fmla="*/ 0 h 2667000"/>
              <a:gd name="connsiteX0" fmla="*/ 2845 w 3548686"/>
              <a:gd name="connsiteY0" fmla="*/ 2651760 h 2651760"/>
              <a:gd name="connsiteX1" fmla="*/ 0 w 3548686"/>
              <a:gd name="connsiteY1" fmla="*/ 1212486 h 2651760"/>
              <a:gd name="connsiteX2" fmla="*/ 1198391 w 3548686"/>
              <a:gd name="connsiteY2" fmla="*/ 14227 h 2651760"/>
              <a:gd name="connsiteX3" fmla="*/ 3548686 w 3548686"/>
              <a:gd name="connsiteY3" fmla="*/ 0 h 2651760"/>
              <a:gd name="connsiteX0" fmla="*/ 2845 w 3020366"/>
              <a:gd name="connsiteY0" fmla="*/ 2651760 h 2651760"/>
              <a:gd name="connsiteX1" fmla="*/ 0 w 3020366"/>
              <a:gd name="connsiteY1" fmla="*/ 1212486 h 2651760"/>
              <a:gd name="connsiteX2" fmla="*/ 1198391 w 3020366"/>
              <a:gd name="connsiteY2" fmla="*/ 14227 h 2651760"/>
              <a:gd name="connsiteX3" fmla="*/ 3020366 w 3020366"/>
              <a:gd name="connsiteY3" fmla="*/ 0 h 2651760"/>
              <a:gd name="connsiteX0" fmla="*/ 2845 w 2883206"/>
              <a:gd name="connsiteY0" fmla="*/ 2651760 h 2651760"/>
              <a:gd name="connsiteX1" fmla="*/ 0 w 2883206"/>
              <a:gd name="connsiteY1" fmla="*/ 1212486 h 2651760"/>
              <a:gd name="connsiteX2" fmla="*/ 1198391 w 2883206"/>
              <a:gd name="connsiteY2" fmla="*/ 14227 h 2651760"/>
              <a:gd name="connsiteX3" fmla="*/ 2883206 w 2883206"/>
              <a:gd name="connsiteY3" fmla="*/ 0 h 2651760"/>
              <a:gd name="connsiteX0" fmla="*/ 2845 w 2796846"/>
              <a:gd name="connsiteY0" fmla="*/ 2651760 h 2651760"/>
              <a:gd name="connsiteX1" fmla="*/ 0 w 2796846"/>
              <a:gd name="connsiteY1" fmla="*/ 1212486 h 2651760"/>
              <a:gd name="connsiteX2" fmla="*/ 1198391 w 2796846"/>
              <a:gd name="connsiteY2" fmla="*/ 14227 h 2651760"/>
              <a:gd name="connsiteX3" fmla="*/ 2796846 w 2796846"/>
              <a:gd name="connsiteY3" fmla="*/ 0 h 2651760"/>
              <a:gd name="connsiteX0" fmla="*/ 2845 w 2735886"/>
              <a:gd name="connsiteY0" fmla="*/ 2656840 h 2656840"/>
              <a:gd name="connsiteX1" fmla="*/ 0 w 2735886"/>
              <a:gd name="connsiteY1" fmla="*/ 1217566 h 2656840"/>
              <a:gd name="connsiteX2" fmla="*/ 1198391 w 2735886"/>
              <a:gd name="connsiteY2" fmla="*/ 19307 h 2656840"/>
              <a:gd name="connsiteX3" fmla="*/ 2735886 w 2735886"/>
              <a:gd name="connsiteY3" fmla="*/ 0 h 265684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74926"/>
              <a:gd name="connsiteY0" fmla="*/ 2651760 h 2651760"/>
              <a:gd name="connsiteX1" fmla="*/ 0 w 2674926"/>
              <a:gd name="connsiteY1" fmla="*/ 1212486 h 2651760"/>
              <a:gd name="connsiteX2" fmla="*/ 1198391 w 2674926"/>
              <a:gd name="connsiteY2" fmla="*/ 14227 h 2651760"/>
              <a:gd name="connsiteX3" fmla="*/ 2674926 w 2674926"/>
              <a:gd name="connsiteY3" fmla="*/ 0 h 2651760"/>
              <a:gd name="connsiteX0" fmla="*/ 2845 w 2644446"/>
              <a:gd name="connsiteY0" fmla="*/ 2651760 h 2651760"/>
              <a:gd name="connsiteX1" fmla="*/ 0 w 2644446"/>
              <a:gd name="connsiteY1" fmla="*/ 1212486 h 2651760"/>
              <a:gd name="connsiteX2" fmla="*/ 1198391 w 2644446"/>
              <a:gd name="connsiteY2" fmla="*/ 14227 h 2651760"/>
              <a:gd name="connsiteX3" fmla="*/ 2644446 w 2644446"/>
              <a:gd name="connsiteY3" fmla="*/ 0 h 2651760"/>
              <a:gd name="connsiteX0" fmla="*/ 2845 w 2608886"/>
              <a:gd name="connsiteY0" fmla="*/ 2651760 h 2651760"/>
              <a:gd name="connsiteX1" fmla="*/ 0 w 2608886"/>
              <a:gd name="connsiteY1" fmla="*/ 1212486 h 2651760"/>
              <a:gd name="connsiteX2" fmla="*/ 1198391 w 2608886"/>
              <a:gd name="connsiteY2" fmla="*/ 14227 h 2651760"/>
              <a:gd name="connsiteX3" fmla="*/ 2608886 w 2608886"/>
              <a:gd name="connsiteY3" fmla="*/ 0 h 2651760"/>
              <a:gd name="connsiteX0" fmla="*/ 2845 w 2598726"/>
              <a:gd name="connsiteY0" fmla="*/ 2646680 h 2646680"/>
              <a:gd name="connsiteX1" fmla="*/ 0 w 2598726"/>
              <a:gd name="connsiteY1" fmla="*/ 1207406 h 2646680"/>
              <a:gd name="connsiteX2" fmla="*/ 1198391 w 2598726"/>
              <a:gd name="connsiteY2" fmla="*/ 9147 h 2646680"/>
              <a:gd name="connsiteX3" fmla="*/ 2598726 w 2598726"/>
              <a:gd name="connsiteY3" fmla="*/ 0 h 2646680"/>
              <a:gd name="connsiteX0" fmla="*/ 2845 w 2558086"/>
              <a:gd name="connsiteY0" fmla="*/ 2641600 h 2641600"/>
              <a:gd name="connsiteX1" fmla="*/ 0 w 2558086"/>
              <a:gd name="connsiteY1" fmla="*/ 1202326 h 2641600"/>
              <a:gd name="connsiteX2" fmla="*/ 1198391 w 2558086"/>
              <a:gd name="connsiteY2" fmla="*/ 4067 h 2641600"/>
              <a:gd name="connsiteX3" fmla="*/ 2558086 w 2558086"/>
              <a:gd name="connsiteY3" fmla="*/ 0 h 2641600"/>
              <a:gd name="connsiteX0" fmla="*/ 2845 w 2556181"/>
              <a:gd name="connsiteY0" fmla="*/ 2641600 h 2641600"/>
              <a:gd name="connsiteX1" fmla="*/ 0 w 2556181"/>
              <a:gd name="connsiteY1" fmla="*/ 1202326 h 2641600"/>
              <a:gd name="connsiteX2" fmla="*/ 1198391 w 2556181"/>
              <a:gd name="connsiteY2" fmla="*/ 4067 h 2641600"/>
              <a:gd name="connsiteX3" fmla="*/ 2556181 w 2556181"/>
              <a:gd name="connsiteY3" fmla="*/ 0 h 264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181" h="2641600">
                <a:moveTo>
                  <a:pt x="2845" y="2641600"/>
                </a:moveTo>
                <a:cubicBezTo>
                  <a:pt x="1897" y="2112735"/>
                  <a:pt x="948" y="1731191"/>
                  <a:pt x="0" y="1202326"/>
                </a:cubicBezTo>
                <a:cubicBezTo>
                  <a:pt x="0" y="540519"/>
                  <a:pt x="536541" y="4067"/>
                  <a:pt x="1198391" y="4067"/>
                </a:cubicBezTo>
                <a:lnTo>
                  <a:pt x="2556181" y="0"/>
                </a:lnTo>
              </a:path>
            </a:pathLst>
          </a:custGeom>
          <a:noFill/>
          <a:ln w="1356897" cap="sq">
            <a:solidFill>
              <a:schemeClr val="accent4">
                <a:alpha val="89000"/>
              </a:schemeClr>
            </a:solidFill>
            <a:prstDash val="solid"/>
            <a:round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AE1B9-1C14-F852-2B97-05DAA5F8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33B37-5F68-E267-936F-4CA5474373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121408"/>
            <a:ext cx="6510528" cy="3578352"/>
          </a:xfrm>
        </p:spPr>
        <p:txBody>
          <a:bodyPr/>
          <a:lstStyle>
            <a:lvl1pPr marL="0" indent="0">
              <a:buNone/>
              <a:defRPr sz="1800"/>
            </a:lvl1pPr>
            <a:lvl2pPr marL="283464">
              <a:defRPr sz="1800"/>
            </a:lvl2pPr>
            <a:lvl3pPr marL="566928">
              <a:defRPr sz="1600"/>
            </a:lvl3pPr>
            <a:lvl4pPr marL="758952">
              <a:defRPr sz="1400"/>
            </a:lvl4pPr>
            <a:lvl5pPr marL="1042416"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3602100-4B1B-08F9-3FE3-A39515512D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45" name="Graphic 24">
            <a:extLst>
              <a:ext uri="{FF2B5EF4-FFF2-40B4-BE49-F238E27FC236}">
                <a16:creationId xmlns:a16="http://schemas.microsoft.com/office/drawing/2014/main" id="{3A387C14-96A1-A53F-B0C4-8C320C0E434B}"/>
              </a:ext>
            </a:extLst>
          </p:cNvPr>
          <p:cNvSpPr/>
          <p:nvPr/>
        </p:nvSpPr>
        <p:spPr>
          <a:xfrm>
            <a:off x="8928734" y="3558489"/>
            <a:ext cx="3162299" cy="3196641"/>
          </a:xfrm>
          <a:custGeom>
            <a:avLst/>
            <a:gdLst>
              <a:gd name="connsiteX0" fmla="*/ -3730 w 9166847"/>
              <a:gd name="connsiteY0" fmla="*/ 5764965 h 5765688"/>
              <a:gd name="connsiteX1" fmla="*/ -3730 w 9166847"/>
              <a:gd name="connsiteY1" fmla="*/ 1152444 h 5765688"/>
              <a:gd name="connsiteX2" fmla="*/ 1189314 w 9166847"/>
              <a:gd name="connsiteY2" fmla="*/ -724 h 5765688"/>
              <a:gd name="connsiteX3" fmla="*/ 9163118 w 9166847"/>
              <a:gd name="connsiteY3" fmla="*/ 36857 h 5765688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9166848 w 9166848"/>
              <a:gd name="connsiteY4" fmla="*/ 37581 h 5765689"/>
              <a:gd name="connsiteX0" fmla="*/ 0 w 9166848"/>
              <a:gd name="connsiteY0" fmla="*/ 5765689 h 5765689"/>
              <a:gd name="connsiteX1" fmla="*/ 0 w 9166848"/>
              <a:gd name="connsiteY1" fmla="*/ 1153168 h 5765689"/>
              <a:gd name="connsiteX2" fmla="*/ 1193044 w 9166848"/>
              <a:gd name="connsiteY2" fmla="*/ 0 h 5765689"/>
              <a:gd name="connsiteX3" fmla="*/ 2736923 w 9166848"/>
              <a:gd name="connsiteY3" fmla="*/ 1574 h 5765689"/>
              <a:gd name="connsiteX4" fmla="*/ 3169739 w 9166848"/>
              <a:gd name="connsiteY4" fmla="*/ 7671 h 5765689"/>
              <a:gd name="connsiteX5" fmla="*/ 9166848 w 9166848"/>
              <a:gd name="connsiteY5" fmla="*/ 37581 h 5765689"/>
              <a:gd name="connsiteX0" fmla="*/ 0 w 3169739"/>
              <a:gd name="connsiteY0" fmla="*/ 5765689 h 5765689"/>
              <a:gd name="connsiteX1" fmla="*/ 0 w 3169739"/>
              <a:gd name="connsiteY1" fmla="*/ 1153168 h 5765689"/>
              <a:gd name="connsiteX2" fmla="*/ 1193044 w 3169739"/>
              <a:gd name="connsiteY2" fmla="*/ 0 h 5765689"/>
              <a:gd name="connsiteX3" fmla="*/ 2736923 w 3169739"/>
              <a:gd name="connsiteY3" fmla="*/ 1574 h 5765689"/>
              <a:gd name="connsiteX4" fmla="*/ 3169739 w 3169739"/>
              <a:gd name="connsiteY4" fmla="*/ 7671 h 5765689"/>
              <a:gd name="connsiteX0" fmla="*/ 0 w 3160214"/>
              <a:gd name="connsiteY0" fmla="*/ 5765689 h 5765689"/>
              <a:gd name="connsiteX1" fmla="*/ 0 w 3160214"/>
              <a:gd name="connsiteY1" fmla="*/ 1153168 h 5765689"/>
              <a:gd name="connsiteX2" fmla="*/ 1193044 w 3160214"/>
              <a:gd name="connsiteY2" fmla="*/ 0 h 5765689"/>
              <a:gd name="connsiteX3" fmla="*/ 2736923 w 3160214"/>
              <a:gd name="connsiteY3" fmla="*/ 1574 h 5765689"/>
              <a:gd name="connsiteX4" fmla="*/ 3160214 w 3160214"/>
              <a:gd name="connsiteY4" fmla="*/ 7671 h 5765689"/>
              <a:gd name="connsiteX0" fmla="*/ 2085 w 3162299"/>
              <a:gd name="connsiteY0" fmla="*/ 5765689 h 5765689"/>
              <a:gd name="connsiteX1" fmla="*/ 0 w 3162299"/>
              <a:gd name="connsiteY1" fmla="*/ 3173781 h 5765689"/>
              <a:gd name="connsiteX2" fmla="*/ 2085 w 3162299"/>
              <a:gd name="connsiteY2" fmla="*/ 1153168 h 5765689"/>
              <a:gd name="connsiteX3" fmla="*/ 1195129 w 3162299"/>
              <a:gd name="connsiteY3" fmla="*/ 0 h 5765689"/>
              <a:gd name="connsiteX4" fmla="*/ 2739008 w 3162299"/>
              <a:gd name="connsiteY4" fmla="*/ 1574 h 5765689"/>
              <a:gd name="connsiteX5" fmla="*/ 3162299 w 3162299"/>
              <a:gd name="connsiteY5" fmla="*/ 7671 h 5765689"/>
              <a:gd name="connsiteX0" fmla="*/ 0 w 3162299"/>
              <a:gd name="connsiteY0" fmla="*/ 3173781 h 3173781"/>
              <a:gd name="connsiteX1" fmla="*/ 2085 w 3162299"/>
              <a:gd name="connsiteY1" fmla="*/ 1153168 h 3173781"/>
              <a:gd name="connsiteX2" fmla="*/ 1195129 w 3162299"/>
              <a:gd name="connsiteY2" fmla="*/ 0 h 3173781"/>
              <a:gd name="connsiteX3" fmla="*/ 2739008 w 3162299"/>
              <a:gd name="connsiteY3" fmla="*/ 1574 h 3173781"/>
              <a:gd name="connsiteX4" fmla="*/ 3162299 w 3162299"/>
              <a:gd name="connsiteY4" fmla="*/ 7671 h 3173781"/>
              <a:gd name="connsiteX0" fmla="*/ 0 w 3162299"/>
              <a:gd name="connsiteY0" fmla="*/ 3196641 h 3196641"/>
              <a:gd name="connsiteX1" fmla="*/ 2085 w 3162299"/>
              <a:gd name="connsiteY1" fmla="*/ 1153168 h 3196641"/>
              <a:gd name="connsiteX2" fmla="*/ 1195129 w 3162299"/>
              <a:gd name="connsiteY2" fmla="*/ 0 h 3196641"/>
              <a:gd name="connsiteX3" fmla="*/ 2739008 w 3162299"/>
              <a:gd name="connsiteY3" fmla="*/ 1574 h 3196641"/>
              <a:gd name="connsiteX4" fmla="*/ 3162299 w 3162299"/>
              <a:gd name="connsiteY4" fmla="*/ 7671 h 31966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62299" h="3196641">
                <a:moveTo>
                  <a:pt x="0" y="3196641"/>
                </a:moveTo>
                <a:lnTo>
                  <a:pt x="2085" y="1153168"/>
                </a:lnTo>
                <a:cubicBezTo>
                  <a:pt x="2085" y="516291"/>
                  <a:pt x="536218" y="0"/>
                  <a:pt x="1195129" y="0"/>
                </a:cubicBezTo>
                <a:lnTo>
                  <a:pt x="2739008" y="1574"/>
                </a:lnTo>
                <a:lnTo>
                  <a:pt x="3162299" y="7671"/>
                </a:lnTo>
              </a:path>
            </a:pathLst>
          </a:custGeom>
          <a:noFill/>
          <a:ln w="225588" cap="sq">
            <a:solidFill>
              <a:srgbClr val="FDF9E2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9E9B68F-058D-E637-2550-5DA70E3D0D41}"/>
              </a:ext>
            </a:extLst>
          </p:cNvPr>
          <p:cNvSpPr/>
          <p:nvPr userDrawn="1"/>
        </p:nvSpPr>
        <p:spPr>
          <a:xfrm>
            <a:off x="10310340" y="2011478"/>
            <a:ext cx="1628275" cy="1628275"/>
          </a:xfrm>
          <a:prstGeom prst="ellipse">
            <a:avLst/>
          </a:prstGeom>
          <a:solidFill>
            <a:schemeClr val="accent6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6188A037-6B9F-861E-36A7-10311D61272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972" r="31496"/>
          <a:stretch>
            <a:fillRect/>
          </a:stretch>
        </p:blipFill>
        <p:spPr>
          <a:xfrm>
            <a:off x="12700" y="6051321"/>
            <a:ext cx="12192000" cy="528377"/>
          </a:xfrm>
          <a:custGeom>
            <a:avLst/>
            <a:gdLst>
              <a:gd name="connsiteX0" fmla="*/ 0 w 6858000"/>
              <a:gd name="connsiteY0" fmla="*/ 400156 h 400156"/>
              <a:gd name="connsiteX1" fmla="*/ 0 w 6858000"/>
              <a:gd name="connsiteY1" fmla="*/ 0 h 400156"/>
              <a:gd name="connsiteX2" fmla="*/ 6858000 w 6858000"/>
              <a:gd name="connsiteY2" fmla="*/ 0 h 400156"/>
              <a:gd name="connsiteX3" fmla="*/ 6858000 w 6858000"/>
              <a:gd name="connsiteY3" fmla="*/ 400156 h 4001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58000" h="400156">
                <a:moveTo>
                  <a:pt x="0" y="400156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400156"/>
                </a:lnTo>
                <a:close/>
              </a:path>
            </a:pathLst>
          </a:custGeom>
        </p:spPr>
      </p:pic>
      <p:sp>
        <p:nvSpPr>
          <p:cNvPr id="36" name="Oval 35">
            <a:extLst>
              <a:ext uri="{FF2B5EF4-FFF2-40B4-BE49-F238E27FC236}">
                <a16:creationId xmlns:a16="http://schemas.microsoft.com/office/drawing/2014/main" id="{1C9183AD-9166-27E4-F8C4-4AAE1C7F0BB9}"/>
              </a:ext>
            </a:extLst>
          </p:cNvPr>
          <p:cNvSpPr/>
          <p:nvPr userDrawn="1"/>
        </p:nvSpPr>
        <p:spPr>
          <a:xfrm>
            <a:off x="9130046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DFED6151-9FDE-FB42-89FC-0347B6A3276D}"/>
              </a:ext>
            </a:extLst>
          </p:cNvPr>
          <p:cNvSpPr/>
          <p:nvPr userDrawn="1"/>
        </p:nvSpPr>
        <p:spPr>
          <a:xfrm>
            <a:off x="8385329" y="6134101"/>
            <a:ext cx="376579" cy="37657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6" name="Footer Placeholder 45">
            <a:extLst>
              <a:ext uri="{FF2B5EF4-FFF2-40B4-BE49-F238E27FC236}">
                <a16:creationId xmlns:a16="http://schemas.microsoft.com/office/drawing/2014/main" id="{41E6D8BC-2E14-B95F-1E2F-30FF6EE3AEB3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7" name="Slide Number Placeholder 46">
            <a:extLst>
              <a:ext uri="{FF2B5EF4-FFF2-40B4-BE49-F238E27FC236}">
                <a16:creationId xmlns:a16="http://schemas.microsoft.com/office/drawing/2014/main" id="{89B6F428-7A93-4AA9-C12A-2A93DFEAF0B6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8116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Graphic 43">
            <a:extLst>
              <a:ext uri="{FF2B5EF4-FFF2-40B4-BE49-F238E27FC236}">
                <a16:creationId xmlns:a16="http://schemas.microsoft.com/office/drawing/2014/main" id="{94240F9C-F2B6-6263-0817-7E0809D9DF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b="85327"/>
          <a:stretch>
            <a:fillRect/>
          </a:stretch>
        </p:blipFill>
        <p:spPr>
          <a:xfrm rot="16200000">
            <a:off x="8348893" y="2856018"/>
            <a:ext cx="6718341" cy="1006304"/>
          </a:xfrm>
          <a:custGeom>
            <a:avLst/>
            <a:gdLst>
              <a:gd name="connsiteX0" fmla="*/ 0 w 6718341"/>
              <a:gd name="connsiteY0" fmla="*/ 0 h 1006304"/>
              <a:gd name="connsiteX1" fmla="*/ 6718341 w 6718341"/>
              <a:gd name="connsiteY1" fmla="*/ 0 h 1006304"/>
              <a:gd name="connsiteX2" fmla="*/ 6718341 w 6718341"/>
              <a:gd name="connsiteY2" fmla="*/ 1006304 h 1006304"/>
              <a:gd name="connsiteX3" fmla="*/ 0 w 6718341"/>
              <a:gd name="connsiteY3" fmla="*/ 1006304 h 1006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18341" h="1006304">
                <a:moveTo>
                  <a:pt x="0" y="0"/>
                </a:moveTo>
                <a:lnTo>
                  <a:pt x="6718341" y="0"/>
                </a:lnTo>
                <a:lnTo>
                  <a:pt x="6718341" y="1006304"/>
                </a:lnTo>
                <a:lnTo>
                  <a:pt x="0" y="1006304"/>
                </a:lnTo>
                <a:close/>
              </a:path>
            </a:pathLst>
          </a:custGeom>
        </p:spPr>
      </p:pic>
      <p:sp>
        <p:nvSpPr>
          <p:cNvPr id="50" name="Oval 49">
            <a:extLst>
              <a:ext uri="{FF2B5EF4-FFF2-40B4-BE49-F238E27FC236}">
                <a16:creationId xmlns:a16="http://schemas.microsoft.com/office/drawing/2014/main" id="{024F3BA7-5767-DA19-90B2-79087CCD234A}"/>
              </a:ext>
            </a:extLst>
          </p:cNvPr>
          <p:cNvSpPr/>
          <p:nvPr userDrawn="1"/>
        </p:nvSpPr>
        <p:spPr>
          <a:xfrm>
            <a:off x="11280648" y="1079982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5941C3B-69D9-2131-DE98-77882C6B492E}"/>
              </a:ext>
            </a:extLst>
          </p:cNvPr>
          <p:cNvSpPr/>
          <p:nvPr userDrawn="1"/>
        </p:nvSpPr>
        <p:spPr>
          <a:xfrm>
            <a:off x="9885091" y="4608699"/>
            <a:ext cx="1628275" cy="1628275"/>
          </a:xfrm>
          <a:prstGeom prst="ellipse">
            <a:avLst/>
          </a:prstGeom>
          <a:solidFill>
            <a:schemeClr val="accent3">
              <a:alpha val="93044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4"/>
              </a:solidFill>
            </a:endParaRPr>
          </a:p>
        </p:txBody>
      </p:sp>
      <p:pic>
        <p:nvPicPr>
          <p:cNvPr id="72" name="Graphic 71">
            <a:extLst>
              <a:ext uri="{FF2B5EF4-FFF2-40B4-BE49-F238E27FC236}">
                <a16:creationId xmlns:a16="http://schemas.microsoft.com/office/drawing/2014/main" id="{F2C371ED-FE8B-10E6-6B09-AB1AF954AAF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4820" t="41526" b="3152"/>
          <a:stretch/>
        </p:blipFill>
        <p:spPr>
          <a:xfrm>
            <a:off x="-63921" y="5642"/>
            <a:ext cx="3769859" cy="6852356"/>
          </a:xfrm>
          <a:custGeom>
            <a:avLst/>
            <a:gdLst>
              <a:gd name="connsiteX0" fmla="*/ 0 w 3769859"/>
              <a:gd name="connsiteY0" fmla="*/ 0 h 6852356"/>
              <a:gd name="connsiteX1" fmla="*/ 3769859 w 3769859"/>
              <a:gd name="connsiteY1" fmla="*/ 0 h 6852356"/>
              <a:gd name="connsiteX2" fmla="*/ 3769859 w 3769859"/>
              <a:gd name="connsiteY2" fmla="*/ 6852356 h 6852356"/>
              <a:gd name="connsiteX3" fmla="*/ 0 w 3769859"/>
              <a:gd name="connsiteY3" fmla="*/ 6852356 h 68523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769859" h="6852356">
                <a:moveTo>
                  <a:pt x="0" y="0"/>
                </a:moveTo>
                <a:lnTo>
                  <a:pt x="3769859" y="0"/>
                </a:lnTo>
                <a:lnTo>
                  <a:pt x="3769859" y="6852356"/>
                </a:lnTo>
                <a:lnTo>
                  <a:pt x="0" y="6852356"/>
                </a:lnTo>
                <a:close/>
              </a:path>
            </a:pathLst>
          </a:cu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E6DDC0DD-511A-395D-6DF6-B3EBA937EF9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0633" b="65821"/>
          <a:stretch>
            <a:fillRect/>
          </a:stretch>
        </p:blipFill>
        <p:spPr>
          <a:xfrm flipV="1">
            <a:off x="5869" y="1"/>
            <a:ext cx="5332115" cy="2343995"/>
          </a:xfrm>
          <a:custGeom>
            <a:avLst/>
            <a:gdLst>
              <a:gd name="connsiteX0" fmla="*/ 0 w 5332115"/>
              <a:gd name="connsiteY0" fmla="*/ 2343995 h 2343995"/>
              <a:gd name="connsiteX1" fmla="*/ 5332115 w 5332115"/>
              <a:gd name="connsiteY1" fmla="*/ 2343995 h 2343995"/>
              <a:gd name="connsiteX2" fmla="*/ 5332115 w 5332115"/>
              <a:gd name="connsiteY2" fmla="*/ 0 h 2343995"/>
              <a:gd name="connsiteX3" fmla="*/ 0 w 5332115"/>
              <a:gd name="connsiteY3" fmla="*/ 0 h 2343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32115" h="2343995">
                <a:moveTo>
                  <a:pt x="0" y="2343995"/>
                </a:moveTo>
                <a:lnTo>
                  <a:pt x="5332115" y="2343995"/>
                </a:lnTo>
                <a:lnTo>
                  <a:pt x="5332115" y="0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60" name="Graphic 59">
            <a:extLst>
              <a:ext uri="{FF2B5EF4-FFF2-40B4-BE49-F238E27FC236}">
                <a16:creationId xmlns:a16="http://schemas.microsoft.com/office/drawing/2014/main" id="{A03A29F6-2DC7-B284-F21B-10BBEECC052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rcRect l="14165" t="77500"/>
          <a:stretch>
            <a:fillRect/>
          </a:stretch>
        </p:blipFill>
        <p:spPr>
          <a:xfrm>
            <a:off x="-16872" y="-29980"/>
            <a:ext cx="4459335" cy="1601124"/>
          </a:xfrm>
          <a:custGeom>
            <a:avLst/>
            <a:gdLst>
              <a:gd name="connsiteX0" fmla="*/ 0 w 4459335"/>
              <a:gd name="connsiteY0" fmla="*/ 0 h 1543022"/>
              <a:gd name="connsiteX1" fmla="*/ 4459335 w 4459335"/>
              <a:gd name="connsiteY1" fmla="*/ 0 h 1543022"/>
              <a:gd name="connsiteX2" fmla="*/ 4459335 w 4459335"/>
              <a:gd name="connsiteY2" fmla="*/ 1543022 h 1543022"/>
              <a:gd name="connsiteX3" fmla="*/ 0 w 4459335"/>
              <a:gd name="connsiteY3" fmla="*/ 1543022 h 15430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459335" h="1543022">
                <a:moveTo>
                  <a:pt x="0" y="0"/>
                </a:moveTo>
                <a:lnTo>
                  <a:pt x="4459335" y="0"/>
                </a:lnTo>
                <a:lnTo>
                  <a:pt x="4459335" y="1543022"/>
                </a:lnTo>
                <a:lnTo>
                  <a:pt x="0" y="1543022"/>
                </a:lnTo>
                <a:close/>
              </a:path>
            </a:pathLst>
          </a:custGeom>
        </p:spPr>
      </p:pic>
      <p:sp>
        <p:nvSpPr>
          <p:cNvPr id="64" name="Oval 63">
            <a:extLst>
              <a:ext uri="{FF2B5EF4-FFF2-40B4-BE49-F238E27FC236}">
                <a16:creationId xmlns:a16="http://schemas.microsoft.com/office/drawing/2014/main" id="{5E42667F-7399-2294-D94B-CB84510A0E95}"/>
              </a:ext>
            </a:extLst>
          </p:cNvPr>
          <p:cNvSpPr/>
          <p:nvPr userDrawn="1"/>
        </p:nvSpPr>
        <p:spPr>
          <a:xfrm>
            <a:off x="3261092" y="1890018"/>
            <a:ext cx="374904" cy="374904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" name="Graphic 25" hidden="1">
            <a:extLst>
              <a:ext uri="{FF2B5EF4-FFF2-40B4-BE49-F238E27FC236}">
                <a16:creationId xmlns:a16="http://schemas.microsoft.com/office/drawing/2014/main" id="{422E8005-83A8-3555-6EFB-842E78C629DF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162"/>
          <a:stretch/>
        </p:blipFill>
        <p:spPr>
          <a:xfrm>
            <a:off x="-6187440" y="1779373"/>
            <a:ext cx="20888725" cy="4583992"/>
          </a:xfrm>
          <a:custGeom>
            <a:avLst/>
            <a:gdLst>
              <a:gd name="connsiteX0" fmla="*/ 6153662 w 20854947"/>
              <a:gd name="connsiteY0" fmla="*/ 0 h 4583992"/>
              <a:gd name="connsiteX1" fmla="*/ 20854947 w 20854947"/>
              <a:gd name="connsiteY1" fmla="*/ 0 h 4583992"/>
              <a:gd name="connsiteX2" fmla="*/ 20854947 w 20854947"/>
              <a:gd name="connsiteY2" fmla="*/ 2190264 h 4583992"/>
              <a:gd name="connsiteX3" fmla="*/ 18345663 w 20854947"/>
              <a:gd name="connsiteY3" fmla="*/ 2190264 h 4583992"/>
              <a:gd name="connsiteX4" fmla="*/ 18345663 w 20854947"/>
              <a:gd name="connsiteY4" fmla="*/ 4583992 h 4583992"/>
              <a:gd name="connsiteX5" fmla="*/ 0 w 20854947"/>
              <a:gd name="connsiteY5" fmla="*/ 4583992 h 4583992"/>
              <a:gd name="connsiteX6" fmla="*/ 0 w 20854947"/>
              <a:gd name="connsiteY6" fmla="*/ 4313374 h 4583992"/>
              <a:gd name="connsiteX7" fmla="*/ 6153662 w 20854947"/>
              <a:gd name="connsiteY7" fmla="*/ 4313374 h 4583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54947" h="4583992">
                <a:moveTo>
                  <a:pt x="6153662" y="0"/>
                </a:moveTo>
                <a:lnTo>
                  <a:pt x="20854947" y="0"/>
                </a:lnTo>
                <a:lnTo>
                  <a:pt x="20854947" y="2190264"/>
                </a:lnTo>
                <a:lnTo>
                  <a:pt x="18345663" y="2190264"/>
                </a:lnTo>
                <a:lnTo>
                  <a:pt x="18345663" y="4583992"/>
                </a:lnTo>
                <a:lnTo>
                  <a:pt x="0" y="4583992"/>
                </a:lnTo>
                <a:lnTo>
                  <a:pt x="0" y="4313374"/>
                </a:lnTo>
                <a:lnTo>
                  <a:pt x="6153662" y="4313374"/>
                </a:lnTo>
                <a:close/>
              </a:path>
            </a:pathLst>
          </a:custGeom>
        </p:spPr>
      </p:pic>
      <p:sp>
        <p:nvSpPr>
          <p:cNvPr id="73" name="Title 1">
            <a:extLst>
              <a:ext uri="{FF2B5EF4-FFF2-40B4-BE49-F238E27FC236}">
                <a16:creationId xmlns:a16="http://schemas.microsoft.com/office/drawing/2014/main" id="{11BE7A0F-8563-C84F-54DB-CF04C6DAD8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5583" y="2214823"/>
            <a:ext cx="3769859" cy="1975104"/>
          </a:xfrm>
        </p:spPr>
        <p:txBody>
          <a:bodyPr anchor="b">
            <a:noAutofit/>
          </a:bodyPr>
          <a:lstStyle>
            <a:lvl1pPr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354F95-4CC9-871D-2B3D-873AB0B213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996231" y="4278235"/>
            <a:ext cx="3081528" cy="1170432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7276081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45380E4-4280-4D6A-412C-BEC95C8CA78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1E2DEC6B-E418-F7FA-5D06-66914BE64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CDBC6FA3-472C-62C4-429A-28029D228DD1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3" name="Slide Number Placeholder 22">
            <a:extLst>
              <a:ext uri="{FF2B5EF4-FFF2-40B4-BE49-F238E27FC236}">
                <a16:creationId xmlns:a16="http://schemas.microsoft.com/office/drawing/2014/main" id="{F0B4C4FF-8EF1-767D-7C77-03D625E4B32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239640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48C42A6-E4A3-57E4-DBFE-86C89D6D36C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272D4-D364-93D2-A948-9DD478627E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4DD4E5-F3CE-6199-31DD-1C03C409E0C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71291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3FA20FC2-E959-7E20-4647-E505BD8BE4F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A56E61-4EF1-44C9-6CC9-6876765A73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2057400"/>
            <a:ext cx="6172200" cy="40690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7802A7-DF1B-DE1B-4EA4-055C59350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406908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FB2F4222-9F0A-A7FE-DFA4-39F2D1A27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A9174264-0D17-CF28-8778-3DD02FD42C48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FFA002-049D-7794-5114-044DA2B571D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991203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54A2A46-C45B-ED08-EE41-CEC7D354733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15806" y="793971"/>
            <a:ext cx="621792" cy="621792"/>
          </a:xfrm>
          <a:prstGeom prst="ellipse">
            <a:avLst/>
          </a:prstGeom>
          <a:solidFill>
            <a:schemeClr val="tx2"/>
          </a:solidFill>
        </p:spPr>
        <p:txBody>
          <a:bodyPr lIns="0" tIns="0" rIns="0" bIns="0" anchor="t" anchorCtr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3200" b="0">
                <a:noFill/>
              </a:defRPr>
            </a:lvl1pPr>
          </a:lstStyle>
          <a:p>
            <a:pPr lvl="0"/>
            <a:r>
              <a:rPr lang="en-US" dirty="0"/>
              <a:t>X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4EA03-DC7A-CC5C-0E56-20FDFBD152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0012" y="1725930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A30CC9-5F1C-933D-A4C9-7DCE2F039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304BF9-EDC8-7868-84C1-6CCB690381D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FE0970-0DB3-2D10-BEAE-54A52070A1FE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FC668391-E0E0-74A5-F96F-B67ECAE86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11728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1E197C-8454-08AA-A652-357480D988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530FAC-6DFA-F32C-E62D-5C32C06A02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2271" y="62344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B62FF-DCC3-B0E5-E9C3-736A708235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51903" y="809244"/>
            <a:ext cx="941832" cy="6217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>
                <a:solidFill>
                  <a:schemeClr val="bg2"/>
                </a:solidFill>
              </a:defRPr>
            </a:lvl1pPr>
          </a:lstStyle>
          <a:p>
            <a:fld id="{CC43B8D3-9A08-F84C-9DD4-44948BA52D4B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EEFFBFB-5A27-2D81-3931-C98447651EF4}"/>
              </a:ext>
            </a:extLst>
          </p:cNvPr>
          <p:cNvSpPr/>
          <p:nvPr userDrawn="1"/>
        </p:nvSpPr>
        <p:spPr>
          <a:xfrm>
            <a:off x="732271" y="723899"/>
            <a:ext cx="10727977" cy="780809"/>
          </a:xfrm>
          <a:prstGeom prst="rect">
            <a:avLst/>
          </a:prstGeom>
          <a:solidFill>
            <a:schemeClr val="bg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495E283-E2C6-EE8C-5FC9-96FD9B2DC537}"/>
              </a:ext>
            </a:extLst>
          </p:cNvPr>
          <p:cNvSpPr/>
          <p:nvPr userDrawn="1"/>
        </p:nvSpPr>
        <p:spPr>
          <a:xfrm>
            <a:off x="732271" y="404734"/>
            <a:ext cx="10727977" cy="319166"/>
          </a:xfrm>
          <a:prstGeom prst="rect">
            <a:avLst/>
          </a:prstGeom>
          <a:solidFill>
            <a:schemeClr val="tx2"/>
          </a:solidFill>
          <a:ln w="15875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EB7FA7-6E9C-81BB-8E55-A22BFF734E24}"/>
              </a:ext>
            </a:extLst>
          </p:cNvPr>
          <p:cNvCxnSpPr>
            <a:cxnSpLocks/>
          </p:cNvCxnSpPr>
          <p:nvPr userDrawn="1"/>
        </p:nvCxnSpPr>
        <p:spPr>
          <a:xfrm>
            <a:off x="1655064" y="722376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Graphic 28">
            <a:extLst>
              <a:ext uri="{FF2B5EF4-FFF2-40B4-BE49-F238E27FC236}">
                <a16:creationId xmlns:a16="http://schemas.microsoft.com/office/drawing/2014/main" id="{77E78B78-C9C0-6811-5C24-BA7F4E612036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 rot="13498771">
            <a:off x="868523" y="778989"/>
            <a:ext cx="660389" cy="660389"/>
          </a:xfrm>
          <a:prstGeom prst="rect">
            <a:avLst/>
          </a:prstGeom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9F9C8F7F-2A36-A3D8-7C9C-CFDFFF47B82A}"/>
              </a:ext>
            </a:extLst>
          </p:cNvPr>
          <p:cNvCxnSpPr>
            <a:cxnSpLocks/>
          </p:cNvCxnSpPr>
          <p:nvPr userDrawn="1"/>
        </p:nvCxnSpPr>
        <p:spPr>
          <a:xfrm>
            <a:off x="2593735" y="718779"/>
            <a:ext cx="0" cy="780808"/>
          </a:xfrm>
          <a:prstGeom prst="line">
            <a:avLst/>
          </a:prstGeom>
          <a:ln w="15875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59602F-1B68-185F-6DA7-FDDA1F06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7480" y="731520"/>
            <a:ext cx="8762246" cy="7772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26488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1" r:id="rId4"/>
    <p:sldLayoutId id="2147483658" r:id="rId5"/>
    <p:sldLayoutId id="2147483663" r:id="rId6"/>
    <p:sldLayoutId id="2147483664" r:id="rId7"/>
    <p:sldLayoutId id="2147483659" r:id="rId8"/>
    <p:sldLayoutId id="2147483660" r:id="rId9"/>
    <p:sldLayoutId id="2147483661" r:id="rId10"/>
    <p:sldLayoutId id="2147483652" r:id="rId11"/>
    <p:sldLayoutId id="2147483667" r:id="rId12"/>
    <p:sldLayoutId id="2147483653" r:id="rId13"/>
    <p:sldLayoutId id="2147483668" r:id="rId14"/>
    <p:sldLayoutId id="2147483665" r:id="rId15"/>
    <p:sldLayoutId id="2147483666" r:id="rId16"/>
    <p:sldLayoutId id="2147483654" r:id="rId17"/>
    <p:sldLayoutId id="2147483655" r:id="rId18"/>
    <p:sldLayoutId id="2147483656" r:id="rId19"/>
    <p:sldLayoutId id="2147483657" r:id="rId20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3464" indent="-283464" algn="l" defTabSz="914400" rtl="0" eaLnBrk="1" latinLnBrk="0" hangingPunct="1">
        <a:lnSpc>
          <a:spcPct val="100000"/>
        </a:lnSpc>
        <a:spcBef>
          <a:spcPts val="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566928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83464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7" Type="http://schemas.openxmlformats.org/officeDocument/2006/relationships/image" Target="../media/image4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2.png"/><Relationship Id="rId5" Type="http://schemas.openxmlformats.org/officeDocument/2006/relationships/image" Target="../media/image44.png"/><Relationship Id="rId4" Type="http://schemas.openxmlformats.org/officeDocument/2006/relationships/image" Target="../media/image4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3.svg"/><Relationship Id="rId7" Type="http://schemas.openxmlformats.org/officeDocument/2006/relationships/image" Target="../media/image50.sv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10" Type="http://schemas.openxmlformats.org/officeDocument/2006/relationships/image" Target="../media/image44.png"/><Relationship Id="rId4" Type="http://schemas.openxmlformats.org/officeDocument/2006/relationships/image" Target="../media/image47.png"/><Relationship Id="rId9" Type="http://schemas.openxmlformats.org/officeDocument/2006/relationships/image" Target="../media/image5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5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svg"/><Relationship Id="rId11" Type="http://schemas.openxmlformats.org/officeDocument/2006/relationships/image" Target="../media/image58.svg"/><Relationship Id="rId5" Type="http://schemas.openxmlformats.org/officeDocument/2006/relationships/image" Target="../media/image55.png"/><Relationship Id="rId10" Type="http://schemas.openxmlformats.org/officeDocument/2006/relationships/image" Target="../media/image57.png"/><Relationship Id="rId4" Type="http://schemas.openxmlformats.org/officeDocument/2006/relationships/image" Target="../media/image54.svg"/><Relationship Id="rId9" Type="http://schemas.openxmlformats.org/officeDocument/2006/relationships/image" Target="../media/image4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4.png"/><Relationship Id="rId4" Type="http://schemas.openxmlformats.org/officeDocument/2006/relationships/image" Target="../media/image4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3.svg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E46C7FB9-1D67-4C73-7AAC-B157D99BC8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677" y="2296973"/>
            <a:ext cx="9140190" cy="2148369"/>
          </a:xfrm>
          <a:solidFill>
            <a:srgbClr val="E3DED1"/>
          </a:solidFill>
        </p:spPr>
        <p:txBody>
          <a:bodyPr/>
          <a:lstStyle/>
          <a:p>
            <a:br>
              <a:rPr lang="en-US" dirty="0"/>
            </a:br>
            <a:r>
              <a:rPr lang="en-US" sz="5500" dirty="0"/>
              <a:t>Widening the Table:</a:t>
            </a:r>
            <a:br>
              <a:rPr lang="en-US" dirty="0"/>
            </a:br>
            <a:r>
              <a:rPr lang="en-US" sz="2400" dirty="0"/>
              <a:t>An Ethics of Accessible Exegesis and Interpretation 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50F1D73D-3F3D-4ECD-574C-F2502AC807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" y="4445342"/>
            <a:ext cx="5943600" cy="411480"/>
          </a:xfrm>
        </p:spPr>
        <p:txBody>
          <a:bodyPr>
            <a:normAutofit fontScale="92500" lnSpcReduction="10000"/>
          </a:bodyPr>
          <a:lstStyle/>
          <a:p>
            <a:r>
              <a:rPr lang="en-US" i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Stephen Stringer, </a:t>
            </a:r>
            <a:r>
              <a:rPr lang="en-US" i="1" dirty="0" err="1">
                <a:solidFill>
                  <a:schemeClr val="tx1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Phd</a:t>
            </a:r>
            <a:endParaRPr lang="en-US" i="1" dirty="0">
              <a:solidFill>
                <a:schemeClr val="tx1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Camera 2">
            <a:extLst>
              <a:ext uri="{FF2B5EF4-FFF2-40B4-BE49-F238E27FC236}">
                <a16:creationId xmlns:a16="http://schemas.microsoft.com/office/drawing/2014/main" id="{3D49F0E3-CF9E-4569-39F4-2356145ACDB9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7486D53-0ABE-FF57-6CDD-52082FC5FF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56820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amera 3">
            <a:extLst>
              <a:ext uri="{FF2B5EF4-FFF2-40B4-BE49-F238E27FC236}">
                <a16:creationId xmlns:a16="http://schemas.microsoft.com/office/drawing/2014/main" id="{E87D69EC-C522-D9E9-BDC9-9D265F085A8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792" y="0"/>
            <a:ext cx="6932415" cy="6932415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4FCE7BD-371E-2CD6-B990-CA1B21CCC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398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5B330A-1FB8-B141-CE14-410954C2B2FB}"/>
              </a:ext>
            </a:extLst>
          </p:cNvPr>
          <p:cNvSpPr/>
          <p:nvPr/>
        </p:nvSpPr>
        <p:spPr>
          <a:xfrm>
            <a:off x="117629" y="380347"/>
            <a:ext cx="11395521" cy="1589465"/>
          </a:xfrm>
          <a:prstGeom prst="roundRect">
            <a:avLst/>
          </a:prstGeom>
          <a:solidFill>
            <a:schemeClr val="accent2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E3DED1"/>
                </a:solidFill>
              </a:rPr>
              <a:t>changing landscape of Bible translation 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9AC4831E-EDD0-855D-455D-82B51DEE2856}"/>
              </a:ext>
            </a:extLst>
          </p:cNvPr>
          <p:cNvSpPr/>
          <p:nvPr/>
        </p:nvSpPr>
        <p:spPr>
          <a:xfrm>
            <a:off x="3997770" y="4088454"/>
            <a:ext cx="4691538" cy="1124944"/>
          </a:xfrm>
          <a:prstGeom prst="roundRect">
            <a:avLst/>
          </a:prstGeom>
          <a:solidFill>
            <a:srgbClr val="296183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E3DED1"/>
                </a:solidFill>
              </a:rPr>
              <a:t>oral Bible translation 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88B9E0E-856D-2134-0E14-5A3643EBD829}"/>
              </a:ext>
            </a:extLst>
          </p:cNvPr>
          <p:cNvSpPr/>
          <p:nvPr/>
        </p:nvSpPr>
        <p:spPr>
          <a:xfrm>
            <a:off x="3997770" y="2635285"/>
            <a:ext cx="4231867" cy="1325702"/>
          </a:xfrm>
          <a:prstGeom prst="roundRect">
            <a:avLst/>
          </a:prstGeom>
          <a:solidFill>
            <a:srgbClr val="296183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E3DED1"/>
                </a:solidFill>
              </a:rPr>
              <a:t>church-based Bible translation </a:t>
            </a:r>
          </a:p>
        </p:txBody>
      </p:sp>
      <p:pic>
        <p:nvPicPr>
          <p:cNvPr id="8" name="Graphic 7" descr="Treasure Map with solid fill">
            <a:extLst>
              <a:ext uri="{FF2B5EF4-FFF2-40B4-BE49-F238E27FC236}">
                <a16:creationId xmlns:a16="http://schemas.microsoft.com/office/drawing/2014/main" id="{B346BC57-91D1-1026-0C82-F0FAA151E0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629" y="1811044"/>
            <a:ext cx="4141118" cy="414111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ED8E941B-FF6F-E678-F4B4-3FA0968C56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  <p:pic>
        <p:nvPicPr>
          <p:cNvPr id="20" name="Camera 19">
            <a:extLst>
              <a:ext uri="{FF2B5EF4-FFF2-40B4-BE49-F238E27FC236}">
                <a16:creationId xmlns:a16="http://schemas.microsoft.com/office/drawing/2014/main" id="{CD9749C6-40E8-9985-1B28-1DB7E6F1C82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</p:spTree>
    <p:extLst>
      <p:ext uri="{BB962C8B-B14F-4D97-AF65-F5344CB8AC3E}">
        <p14:creationId xmlns:p14="http://schemas.microsoft.com/office/powerpoint/2010/main" val="3069882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5B60256-5D1A-11BD-5C2B-418B1C0BB1E7}"/>
              </a:ext>
            </a:extLst>
          </p:cNvPr>
          <p:cNvSpPr/>
          <p:nvPr/>
        </p:nvSpPr>
        <p:spPr>
          <a:xfrm>
            <a:off x="386899" y="278247"/>
            <a:ext cx="11511731" cy="1325702"/>
          </a:xfrm>
          <a:prstGeom prst="roundRect">
            <a:avLst/>
          </a:prstGeom>
          <a:solidFill>
            <a:schemeClr val="accent2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E3DED1"/>
                </a:solidFill>
              </a:rPr>
              <a:t>          Accessible exegesis: </a:t>
            </a:r>
          </a:p>
        </p:txBody>
      </p:sp>
      <p:pic>
        <p:nvPicPr>
          <p:cNvPr id="6" name="Camera 5">
            <a:extLst>
              <a:ext uri="{FF2B5EF4-FFF2-40B4-BE49-F238E27FC236}">
                <a16:creationId xmlns:a16="http://schemas.microsoft.com/office/drawing/2014/main" id="{698F6FC4-26C5-582B-4796-4D6191D926B2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64E9CA8A-0FF6-A33C-14F9-87BC00373ACA}"/>
              </a:ext>
            </a:extLst>
          </p:cNvPr>
          <p:cNvSpPr/>
          <p:nvPr/>
        </p:nvSpPr>
        <p:spPr>
          <a:xfrm>
            <a:off x="516321" y="1868572"/>
            <a:ext cx="7170629" cy="10582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E5DACF"/>
                </a:solidFill>
              </a:rPr>
              <a:t>prevents “power over” </a:t>
            </a:r>
          </a:p>
          <a:p>
            <a:pPr algn="ctr"/>
            <a:r>
              <a:rPr lang="en-US" sz="2800" dirty="0">
                <a:solidFill>
                  <a:srgbClr val="E5DACF"/>
                </a:solidFill>
              </a:rPr>
              <a:t>dynamics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CA8C5642-97EB-EEE1-881E-9D8B6BA43305}"/>
              </a:ext>
            </a:extLst>
          </p:cNvPr>
          <p:cNvSpPr/>
          <p:nvPr/>
        </p:nvSpPr>
        <p:spPr>
          <a:xfrm>
            <a:off x="516319" y="3308166"/>
            <a:ext cx="7170629" cy="10582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rgbClr val="E5DACF"/>
                </a:solidFill>
              </a:rPr>
              <a:t>follows the biblical example of </a:t>
            </a:r>
          </a:p>
          <a:p>
            <a:pPr algn="ctr"/>
            <a:r>
              <a:rPr lang="en-US" sz="2000" dirty="0">
                <a:solidFill>
                  <a:srgbClr val="E5DACF"/>
                </a:solidFill>
              </a:rPr>
              <a:t>making knowledge accessible 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946522F-7800-4FC4-626D-464B10C621C6}"/>
              </a:ext>
            </a:extLst>
          </p:cNvPr>
          <p:cNvSpPr/>
          <p:nvPr/>
        </p:nvSpPr>
        <p:spPr>
          <a:xfrm>
            <a:off x="516320" y="4747760"/>
            <a:ext cx="7170629" cy="105826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E5DACF"/>
                </a:solidFill>
              </a:rPr>
              <a:t>      supports oral theologians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C580F614-0BC7-87CE-335E-0BE07615E8FD}"/>
              </a:ext>
            </a:extLst>
          </p:cNvPr>
          <p:cNvSpPr/>
          <p:nvPr/>
        </p:nvSpPr>
        <p:spPr>
          <a:xfrm>
            <a:off x="247378" y="1734855"/>
            <a:ext cx="1413766" cy="1325702"/>
          </a:xfrm>
          <a:prstGeom prst="ellipse">
            <a:avLst/>
          </a:prstGeom>
          <a:ln w="76200">
            <a:solidFill>
              <a:srgbClr val="E5DA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119128C4-5388-46EC-BE9E-53AAF633659A}"/>
              </a:ext>
            </a:extLst>
          </p:cNvPr>
          <p:cNvSpPr/>
          <p:nvPr/>
        </p:nvSpPr>
        <p:spPr>
          <a:xfrm>
            <a:off x="247378" y="3164537"/>
            <a:ext cx="1413766" cy="1325702"/>
          </a:xfrm>
          <a:prstGeom prst="ellipse">
            <a:avLst/>
          </a:prstGeom>
          <a:ln w="76200">
            <a:solidFill>
              <a:srgbClr val="E5DA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C9DE852E-757C-D2DF-B7BD-7EFED0D4C01E}"/>
              </a:ext>
            </a:extLst>
          </p:cNvPr>
          <p:cNvSpPr/>
          <p:nvPr/>
        </p:nvSpPr>
        <p:spPr>
          <a:xfrm>
            <a:off x="247378" y="4614043"/>
            <a:ext cx="1413766" cy="1325702"/>
          </a:xfrm>
          <a:prstGeom prst="ellipse">
            <a:avLst/>
          </a:prstGeom>
          <a:ln w="76200">
            <a:solidFill>
              <a:srgbClr val="E5DAC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1" name="Graphic 30" descr="Scales of justice with solid fill">
            <a:extLst>
              <a:ext uri="{FF2B5EF4-FFF2-40B4-BE49-F238E27FC236}">
                <a16:creationId xmlns:a16="http://schemas.microsoft.com/office/drawing/2014/main" id="{0B8DA627-D430-ED0B-92AC-79DE14E266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061" y="1939812"/>
            <a:ext cx="914400" cy="914400"/>
          </a:xfrm>
          <a:prstGeom prst="rect">
            <a:avLst/>
          </a:prstGeom>
        </p:spPr>
      </p:pic>
      <p:pic>
        <p:nvPicPr>
          <p:cNvPr id="33" name="Graphic 32" descr="Stars with solid fill">
            <a:extLst>
              <a:ext uri="{FF2B5EF4-FFF2-40B4-BE49-F238E27FC236}">
                <a16:creationId xmlns:a16="http://schemas.microsoft.com/office/drawing/2014/main" id="{04CF4111-4042-90AD-B0AC-BEBCA81816F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061" y="4819694"/>
            <a:ext cx="914400" cy="914400"/>
          </a:xfrm>
          <a:prstGeom prst="rect">
            <a:avLst/>
          </a:prstGeom>
        </p:spPr>
      </p:pic>
      <p:pic>
        <p:nvPicPr>
          <p:cNvPr id="35" name="Graphic 34" descr="Drama with solid fill">
            <a:extLst>
              <a:ext uri="{FF2B5EF4-FFF2-40B4-BE49-F238E27FC236}">
                <a16:creationId xmlns:a16="http://schemas.microsoft.com/office/drawing/2014/main" id="{E57BE7CE-E678-00D2-0D87-9D28F86AB787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97061" y="3370188"/>
            <a:ext cx="914400" cy="914400"/>
          </a:xfrm>
          <a:prstGeom prst="rect">
            <a:avLst/>
          </a:prstGeom>
        </p:spPr>
      </p:pic>
      <p:pic>
        <p:nvPicPr>
          <p:cNvPr id="36" name="Picture 35">
            <a:extLst>
              <a:ext uri="{FF2B5EF4-FFF2-40B4-BE49-F238E27FC236}">
                <a16:creationId xmlns:a16="http://schemas.microsoft.com/office/drawing/2014/main" id="{38C1B581-C356-4B06-05EA-EAD7DA15C84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75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60FC-0558-4B9E-9B1E-BE33C6AACC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D0F132-451A-0D42-7381-DCED329F11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0213" y="1218438"/>
            <a:ext cx="7119580" cy="1325880"/>
          </a:xfrm>
        </p:spPr>
        <p:txBody>
          <a:bodyPr/>
          <a:lstStyle/>
          <a:p>
            <a:pPr algn="ctr"/>
            <a:r>
              <a:rPr lang="en-US" sz="3300" dirty="0"/>
              <a:t>Physically accessible exegesis</a:t>
            </a:r>
            <a:br>
              <a:rPr lang="en-US" sz="3300" dirty="0"/>
            </a:br>
            <a:r>
              <a:rPr lang="en-US" sz="3300" dirty="0"/>
              <a:t>looks like: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622F42-951D-4939-CB13-5220EC91D72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9CA0A8-ECCF-5F64-4579-FF041C39F6B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off-line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9D4B01B-4D4E-0FD4-B255-7B36422F696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F1B14A6-51B0-809A-45D2-D0CA3C8C5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lowered paywalls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4FAFF17-34B9-4094-75C8-A866AD4A3F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3B46E0A-A6D3-F001-F04F-E4860BE522F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open-source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3D67B3C-025D-8C56-D62E-A102568F0D5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D9CFC93-8C24-6519-4CB6-5998BE5FB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  <p:pic>
        <p:nvPicPr>
          <p:cNvPr id="13" name="Camera 12">
            <a:extLst>
              <a:ext uri="{FF2B5EF4-FFF2-40B4-BE49-F238E27FC236}">
                <a16:creationId xmlns:a16="http://schemas.microsoft.com/office/drawing/2014/main" id="{0ED50227-7584-700C-F720-16F76148974D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</p:spTree>
    <p:extLst>
      <p:ext uri="{BB962C8B-B14F-4D97-AF65-F5344CB8AC3E}">
        <p14:creationId xmlns:p14="http://schemas.microsoft.com/office/powerpoint/2010/main" val="31831552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0EA15CCC-A23B-EC1D-F756-E78F001E2786}"/>
              </a:ext>
            </a:extLst>
          </p:cNvPr>
          <p:cNvSpPr/>
          <p:nvPr/>
        </p:nvSpPr>
        <p:spPr>
          <a:xfrm>
            <a:off x="386899" y="278247"/>
            <a:ext cx="11511731" cy="1325702"/>
          </a:xfrm>
          <a:prstGeom prst="roundRect">
            <a:avLst/>
          </a:prstGeom>
          <a:solidFill>
            <a:schemeClr val="accent2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E3DED1"/>
                </a:solidFill>
              </a:rPr>
              <a:t>     Characteristics of orality: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4A1B640-84ED-0C1A-0CE4-C908042A86B0}"/>
              </a:ext>
            </a:extLst>
          </p:cNvPr>
          <p:cNvSpPr/>
          <p:nvPr/>
        </p:nvSpPr>
        <p:spPr>
          <a:xfrm>
            <a:off x="11292839" y="2626322"/>
            <a:ext cx="748473" cy="886427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FE8E012-C134-B5B2-27B8-4FA85C91E07A}"/>
              </a:ext>
            </a:extLst>
          </p:cNvPr>
          <p:cNvSpPr/>
          <p:nvPr/>
        </p:nvSpPr>
        <p:spPr>
          <a:xfrm>
            <a:off x="6096000" y="1920241"/>
            <a:ext cx="5196839" cy="2158096"/>
          </a:xfrm>
          <a:prstGeom prst="rect">
            <a:avLst/>
          </a:prstGeom>
          <a:solidFill>
            <a:srgbClr val="E3DE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AEF6492-1B18-E987-ACBE-5FA269DC951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9273" y="2715463"/>
            <a:ext cx="2788921" cy="797286"/>
          </a:xfrm>
        </p:spPr>
        <p:txBody>
          <a:bodyPr>
            <a:noAutofit/>
          </a:bodyPr>
          <a:lstStyle/>
          <a:p>
            <a:r>
              <a:rPr lang="en-US" sz="4000" dirty="0">
                <a:solidFill>
                  <a:srgbClr val="E3DED1"/>
                </a:solidFill>
              </a:rPr>
              <a:t>Narrative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488193C-6F2D-4687-C08A-8E1B0A6281EC}"/>
              </a:ext>
            </a:extLst>
          </p:cNvPr>
          <p:cNvSpPr txBox="1">
            <a:spLocks/>
          </p:cNvSpPr>
          <p:nvPr/>
        </p:nvSpPr>
        <p:spPr>
          <a:xfrm>
            <a:off x="887400" y="4963434"/>
            <a:ext cx="3412669" cy="77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000" dirty="0">
                <a:solidFill>
                  <a:srgbClr val="E3DED1"/>
                </a:solidFill>
              </a:rPr>
              <a:t>Community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C8FCC751-E74D-8BBB-F8DD-1F143FC9607C}"/>
              </a:ext>
            </a:extLst>
          </p:cNvPr>
          <p:cNvSpPr txBox="1">
            <a:spLocks/>
          </p:cNvSpPr>
          <p:nvPr/>
        </p:nvSpPr>
        <p:spPr>
          <a:xfrm>
            <a:off x="8248371" y="5063695"/>
            <a:ext cx="3650259" cy="576717"/>
          </a:xfrm>
          <a:prstGeom prst="rect">
            <a:avLst/>
          </a:prstGeom>
        </p:spPr>
        <p:txBody>
          <a:bodyPr vert="horz" lIns="91440" tIns="45720" rIns="91440" bIns="45720" rtlCol="0">
            <a:normAutofit fontScale="47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rgbClr val="E3DED1"/>
                </a:solidFill>
              </a:rPr>
              <a:t>Embodied</a:t>
            </a:r>
            <a:r>
              <a:rPr lang="en-US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D3B063C-FB58-4B32-F661-8BDF890D522F}"/>
              </a:ext>
            </a:extLst>
          </p:cNvPr>
          <p:cNvSpPr/>
          <p:nvPr/>
        </p:nvSpPr>
        <p:spPr>
          <a:xfrm>
            <a:off x="12041311" y="2715463"/>
            <a:ext cx="265613" cy="886427"/>
          </a:xfrm>
          <a:prstGeom prst="rect">
            <a:avLst/>
          </a:prstGeom>
          <a:solidFill>
            <a:srgbClr val="E3DE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C3B111B7-C735-EA56-7928-63C52924C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6B97B348-47E6-1DD7-6DAF-692CCA5A4E56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</p:spTree>
    <p:extLst>
      <p:ext uri="{BB962C8B-B14F-4D97-AF65-F5344CB8AC3E}">
        <p14:creationId xmlns:p14="http://schemas.microsoft.com/office/powerpoint/2010/main" val="4705225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76630B-1B6B-28BA-F6E9-D507E78F8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9F42C26B-A4C4-2340-A261-D40E3E2C1D1E}"/>
              </a:ext>
            </a:extLst>
          </p:cNvPr>
          <p:cNvSpPr/>
          <p:nvPr/>
        </p:nvSpPr>
        <p:spPr>
          <a:xfrm>
            <a:off x="386899" y="278247"/>
            <a:ext cx="11511731" cy="1325702"/>
          </a:xfrm>
          <a:prstGeom prst="roundRect">
            <a:avLst/>
          </a:prstGeom>
          <a:solidFill>
            <a:schemeClr val="accent2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dirty="0">
                <a:solidFill>
                  <a:srgbClr val="E3DED1"/>
                </a:solidFill>
              </a:rPr>
              <a:t>     Characteristics of oral theology: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5ED8A48-5D05-B239-94DB-93D1F0FBE1C9}"/>
              </a:ext>
            </a:extLst>
          </p:cNvPr>
          <p:cNvSpPr/>
          <p:nvPr/>
        </p:nvSpPr>
        <p:spPr>
          <a:xfrm>
            <a:off x="11292839" y="2626322"/>
            <a:ext cx="748473" cy="886427"/>
          </a:xfrm>
          <a:prstGeom prst="rect">
            <a:avLst/>
          </a:prstGeom>
          <a:solidFill>
            <a:srgbClr val="4E854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92DBBAB-69DD-23EE-BB71-671A88BD36FB}"/>
              </a:ext>
            </a:extLst>
          </p:cNvPr>
          <p:cNvSpPr/>
          <p:nvPr/>
        </p:nvSpPr>
        <p:spPr>
          <a:xfrm>
            <a:off x="6096000" y="1920241"/>
            <a:ext cx="5196839" cy="2158096"/>
          </a:xfrm>
          <a:prstGeom prst="rect">
            <a:avLst/>
          </a:prstGeom>
          <a:solidFill>
            <a:srgbClr val="E3DE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5BEBA2E-D92C-6D80-9847-88CA43B5368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9273" y="2824113"/>
            <a:ext cx="4557436" cy="604887"/>
          </a:xfrm>
        </p:spPr>
        <p:txBody>
          <a:bodyPr>
            <a:noAutofit/>
          </a:bodyPr>
          <a:lstStyle/>
          <a:p>
            <a:r>
              <a:rPr lang="en-US" sz="2600" dirty="0">
                <a:solidFill>
                  <a:srgbClr val="E3DED1"/>
                </a:solidFill>
              </a:rPr>
              <a:t>Narrative Rationality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F09C8350-C66D-7776-5FE1-95CEAF488BEB}"/>
              </a:ext>
            </a:extLst>
          </p:cNvPr>
          <p:cNvSpPr txBox="1">
            <a:spLocks/>
          </p:cNvSpPr>
          <p:nvPr/>
        </p:nvSpPr>
        <p:spPr>
          <a:xfrm>
            <a:off x="970527" y="5049007"/>
            <a:ext cx="4557436" cy="77724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>
                <a:solidFill>
                  <a:srgbClr val="E3DED1"/>
                </a:solidFill>
              </a:rPr>
              <a:t>Communal Semiotics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422D8BF9-1C01-8B62-362F-1A2DD057F2B5}"/>
              </a:ext>
            </a:extLst>
          </p:cNvPr>
          <p:cNvSpPr txBox="1">
            <a:spLocks/>
          </p:cNvSpPr>
          <p:nvPr/>
        </p:nvSpPr>
        <p:spPr>
          <a:xfrm>
            <a:off x="6944554" y="5134581"/>
            <a:ext cx="5096757" cy="606093"/>
          </a:xfrm>
          <a:prstGeom prst="rect">
            <a:avLst/>
          </a:prstGeom>
        </p:spPr>
        <p:txBody>
          <a:bodyPr vert="horz" lIns="91440" tIns="45720" rIns="91440" bIns="45720" rtlCol="0">
            <a:normAutofit fontScale="32500" lnSpcReduction="20000"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8000" dirty="0">
                <a:solidFill>
                  <a:srgbClr val="E3DED1"/>
                </a:solidFill>
              </a:rPr>
              <a:t>Embodied Epistemology</a:t>
            </a:r>
            <a:r>
              <a:rPr lang="en-US" dirty="0"/>
              <a:t> 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F28A1D-72DA-CCEA-BAF4-25441FC4809C}"/>
              </a:ext>
            </a:extLst>
          </p:cNvPr>
          <p:cNvSpPr/>
          <p:nvPr/>
        </p:nvSpPr>
        <p:spPr>
          <a:xfrm>
            <a:off x="12041311" y="2715463"/>
            <a:ext cx="265613" cy="886427"/>
          </a:xfrm>
          <a:prstGeom prst="rect">
            <a:avLst/>
          </a:prstGeom>
          <a:solidFill>
            <a:srgbClr val="E3DED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B937A0-DD7E-B87B-6725-F0B482C6F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BABBDBCE-D3D8-A74B-15AB-78DB787EF64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</p:spTree>
    <p:extLst>
      <p:ext uri="{BB962C8B-B14F-4D97-AF65-F5344CB8AC3E}">
        <p14:creationId xmlns:p14="http://schemas.microsoft.com/office/powerpoint/2010/main" val="13505112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0C990-0F3A-7B5B-5758-9BFCF35DB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6279FF-6162-3170-B149-0B59E2338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5524" y="416052"/>
            <a:ext cx="6205179" cy="1325880"/>
          </a:xfrm>
        </p:spPr>
        <p:txBody>
          <a:bodyPr/>
          <a:lstStyle/>
          <a:p>
            <a:pPr algn="ctr"/>
            <a:r>
              <a:rPr lang="en-US" sz="3300" dirty="0"/>
              <a:t>Accessible exegesis also</a:t>
            </a:r>
            <a:br>
              <a:rPr lang="en-US" sz="3300" dirty="0"/>
            </a:br>
            <a:r>
              <a:rPr lang="en-US" sz="3300" dirty="0"/>
              <a:t>looks like: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9B9E3C-86F7-530F-F2F8-1B2DB105EF7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DCF1DD-F831-78FC-7D4E-2DA6295E847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oral processes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37C0577-B175-D905-711F-C6DF4A7D50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C7EAFB6-0681-2F45-97E7-D5586E86991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/>
              <a:t>translated materials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F8170C-0334-9326-A37D-9539E8A5EF7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5FBB1FA-C88A-1C07-0DBD-D52A84984B7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oral-friendly materials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FD7C135-E88B-9618-0652-903657616E5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5DA461D-A8CC-F2CE-3EF3-729B8DF454F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oral-created materials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FEEA32E-B0A5-9192-E4F8-CC617462B9A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5D9B694-AD70-3B40-8F54-80301D638B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C62F82C-8766-17F3-8954-0DCB74F3434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audio formats</a:t>
            </a:r>
          </a:p>
        </p:txBody>
      </p:sp>
      <p:pic>
        <p:nvPicPr>
          <p:cNvPr id="13" name="Camera 12">
            <a:extLst>
              <a:ext uri="{FF2B5EF4-FFF2-40B4-BE49-F238E27FC236}">
                <a16:creationId xmlns:a16="http://schemas.microsoft.com/office/drawing/2014/main" id="{F8013A47-D85C-9548-9C41-61CFE23A0F34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</p:spTree>
    <p:extLst>
      <p:ext uri="{BB962C8B-B14F-4D97-AF65-F5344CB8AC3E}">
        <p14:creationId xmlns:p14="http://schemas.microsoft.com/office/powerpoint/2010/main" val="2347457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35128FB9-96A6-8D31-8E18-40F8764424F2}"/>
              </a:ext>
            </a:extLst>
          </p:cNvPr>
          <p:cNvSpPr/>
          <p:nvPr/>
        </p:nvSpPr>
        <p:spPr>
          <a:xfrm>
            <a:off x="1234442" y="4074339"/>
            <a:ext cx="6443098" cy="12332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E5DACF"/>
                </a:solidFill>
              </a:rPr>
              <a:t>theological and interpretive insight from oral theologians</a:t>
            </a: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50F8DB77-7A35-D94A-A400-F57033AABECB}"/>
              </a:ext>
            </a:extLst>
          </p:cNvPr>
          <p:cNvSpPr/>
          <p:nvPr/>
        </p:nvSpPr>
        <p:spPr>
          <a:xfrm>
            <a:off x="1261872" y="5489873"/>
            <a:ext cx="6443098" cy="12332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dirty="0">
                <a:solidFill>
                  <a:srgbClr val="E5DACF"/>
                </a:solidFill>
              </a:rPr>
              <a:t>ethical and sustainable translation processes and projects</a:t>
            </a:r>
          </a:p>
        </p:txBody>
      </p:sp>
      <p:sp>
        <p:nvSpPr>
          <p:cNvPr id="42" name="Rounded Rectangle 41">
            <a:extLst>
              <a:ext uri="{FF2B5EF4-FFF2-40B4-BE49-F238E27FC236}">
                <a16:creationId xmlns:a16="http://schemas.microsoft.com/office/drawing/2014/main" id="{12EBAFB9-0F12-97F0-4935-E7AA5382D349}"/>
              </a:ext>
            </a:extLst>
          </p:cNvPr>
          <p:cNvSpPr/>
          <p:nvPr/>
        </p:nvSpPr>
        <p:spPr>
          <a:xfrm>
            <a:off x="1261872" y="2635871"/>
            <a:ext cx="6443098" cy="1233218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rgbClr val="E3DED1"/>
                </a:solidFill>
              </a:rPr>
              <a:t>higher-quality translations, especially for primarily oral communities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CFCD9A8-CB39-19EE-C6C2-C994F052E6BF}"/>
              </a:ext>
            </a:extLst>
          </p:cNvPr>
          <p:cNvSpPr/>
          <p:nvPr/>
        </p:nvSpPr>
        <p:spPr>
          <a:xfrm>
            <a:off x="4603183" y="237902"/>
            <a:ext cx="7232904" cy="1576831"/>
          </a:xfrm>
          <a:prstGeom prst="roundRect">
            <a:avLst/>
          </a:prstGeom>
          <a:solidFill>
            <a:srgbClr val="E3DED1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800" dirty="0">
              <a:solidFill>
                <a:srgbClr val="E3DED1"/>
              </a:solidFill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4951B2-F25C-8579-5E1C-7BC8F36674FF}"/>
              </a:ext>
            </a:extLst>
          </p:cNvPr>
          <p:cNvSpPr/>
          <p:nvPr/>
        </p:nvSpPr>
        <p:spPr>
          <a:xfrm rot="5400000">
            <a:off x="-2688335" y="3153102"/>
            <a:ext cx="6858000" cy="55179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9942417-AF10-1CBD-F0DD-9127D6774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46888" y="4214796"/>
            <a:ext cx="1014984" cy="1014984"/>
          </a:xfrm>
          <a:solidFill>
            <a:srgbClr val="4E8542"/>
          </a:solidFill>
          <a:ln w="76200">
            <a:solidFill>
              <a:srgbClr val="E3DED1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DFC383-B6C3-FC1F-7A50-5AE0282072B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46888" y="2718603"/>
            <a:ext cx="1014984" cy="1014984"/>
          </a:xfrm>
          <a:solidFill>
            <a:srgbClr val="4E8542"/>
          </a:solidFill>
          <a:ln w="76200">
            <a:solidFill>
              <a:srgbClr val="E3DED1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1B0B07A-FB6C-CF43-5781-9734003AE5A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267662" y="3101596"/>
            <a:ext cx="1014984" cy="1014984"/>
          </a:xfrm>
          <a:solidFill>
            <a:srgbClr val="4E8542"/>
          </a:solidFill>
          <a:ln w="76200">
            <a:solidFill>
              <a:srgbClr val="E3DED1"/>
            </a:solidFill>
          </a:ln>
        </p:spPr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BB0E3AC4-A96F-3420-7E8E-1366235D5A8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B50DB55D-9268-8FFF-C4E6-E4EB34401DF3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CC43B8D3-9A08-F84C-9DD4-44948BA52D4B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333ECCB2-DC1F-D38F-8574-34720C3261DD}"/>
              </a:ext>
            </a:extLst>
          </p:cNvPr>
          <p:cNvSpPr/>
          <p:nvPr/>
        </p:nvSpPr>
        <p:spPr>
          <a:xfrm>
            <a:off x="246888" y="212233"/>
            <a:ext cx="7232904" cy="2185577"/>
          </a:xfrm>
          <a:prstGeom prst="roundRect">
            <a:avLst/>
          </a:prstGeom>
          <a:solidFill>
            <a:schemeClr val="accent2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rgbClr val="E3DED1"/>
                </a:solidFill>
              </a:rPr>
              <a:t>Oral learners and theologians do not need to be </a:t>
            </a:r>
            <a:r>
              <a:rPr lang="en-US" sz="2800" i="1" dirty="0">
                <a:solidFill>
                  <a:srgbClr val="E3DED1"/>
                </a:solidFill>
              </a:rPr>
              <a:t>accommodated, </a:t>
            </a:r>
            <a:r>
              <a:rPr lang="en-US" sz="2800" dirty="0">
                <a:solidFill>
                  <a:srgbClr val="E3DED1"/>
                </a:solidFill>
              </a:rPr>
              <a:t>they need to be </a:t>
            </a:r>
            <a:r>
              <a:rPr lang="en-US" sz="2800" i="1" dirty="0">
                <a:solidFill>
                  <a:srgbClr val="E3DED1"/>
                </a:solidFill>
              </a:rPr>
              <a:t>recognized </a:t>
            </a:r>
            <a:r>
              <a:rPr lang="en-US" sz="2800" dirty="0">
                <a:solidFill>
                  <a:srgbClr val="E3DED1"/>
                </a:solidFill>
              </a:rPr>
              <a:t>and supported by the global church. </a:t>
            </a:r>
            <a:r>
              <a:rPr lang="en-US" sz="2800" i="1" dirty="0">
                <a:solidFill>
                  <a:srgbClr val="E3DED1"/>
                </a:solidFill>
              </a:rPr>
              <a:t> </a:t>
            </a:r>
            <a:endParaRPr lang="en-US" sz="2800" dirty="0">
              <a:solidFill>
                <a:srgbClr val="E3DED1"/>
              </a:solidFill>
            </a:endParaRPr>
          </a:p>
        </p:txBody>
      </p:sp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F0D55D43-5393-B4F1-11EA-483C7367DDDA}"/>
              </a:ext>
            </a:extLst>
          </p:cNvPr>
          <p:cNvSpPr txBox="1">
            <a:spLocks/>
          </p:cNvSpPr>
          <p:nvPr/>
        </p:nvSpPr>
        <p:spPr>
          <a:xfrm>
            <a:off x="1261872" y="9875139"/>
            <a:ext cx="10048342" cy="59701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  <p:sp>
        <p:nvSpPr>
          <p:cNvPr id="21" name="Text Placeholder 5">
            <a:extLst>
              <a:ext uri="{FF2B5EF4-FFF2-40B4-BE49-F238E27FC236}">
                <a16:creationId xmlns:a16="http://schemas.microsoft.com/office/drawing/2014/main" id="{F29A5BFB-7398-B77F-A943-9AABEE9BF966}"/>
              </a:ext>
            </a:extLst>
          </p:cNvPr>
          <p:cNvSpPr txBox="1">
            <a:spLocks/>
          </p:cNvSpPr>
          <p:nvPr/>
        </p:nvSpPr>
        <p:spPr>
          <a:xfrm>
            <a:off x="3195464" y="8964323"/>
            <a:ext cx="10048342" cy="85113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4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400" dirty="0"/>
          </a:p>
        </p:txBody>
      </p:sp>
      <p:pic>
        <p:nvPicPr>
          <p:cNvPr id="26" name="Graphic 25" descr="Earth Globe - Asia with solid fill">
            <a:extLst>
              <a:ext uri="{FF2B5EF4-FFF2-40B4-BE49-F238E27FC236}">
                <a16:creationId xmlns:a16="http://schemas.microsoft.com/office/drawing/2014/main" id="{5217264B-C084-02D0-6C8E-975BC3D4DE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2389" y="4244946"/>
            <a:ext cx="914400" cy="914400"/>
          </a:xfrm>
          <a:prstGeom prst="rect">
            <a:avLst/>
          </a:prstGeom>
        </p:spPr>
      </p:pic>
      <p:pic>
        <p:nvPicPr>
          <p:cNvPr id="28" name="Graphic 27" descr="Earth globe: Americas with solid fill">
            <a:extLst>
              <a:ext uri="{FF2B5EF4-FFF2-40B4-BE49-F238E27FC236}">
                <a16:creationId xmlns:a16="http://schemas.microsoft.com/office/drawing/2014/main" id="{184D263F-501E-3C5E-8FBD-E72D6EB561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3465" y="2768895"/>
            <a:ext cx="914400" cy="9144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8CD0F144-3B47-C270-42AE-6D35765C37D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  <p:pic>
        <p:nvPicPr>
          <p:cNvPr id="35" name="Camera 34">
            <a:extLst>
              <a:ext uri="{FF2B5EF4-FFF2-40B4-BE49-F238E27FC236}">
                <a16:creationId xmlns:a16="http://schemas.microsoft.com/office/drawing/2014/main" id="{04A3E1EB-8A18-2B00-A78E-AF131798F87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808B35C1-5F0C-8D22-C834-A0877A45EC8F}"/>
              </a:ext>
            </a:extLst>
          </p:cNvPr>
          <p:cNvSpPr txBox="1">
            <a:spLocks/>
          </p:cNvSpPr>
          <p:nvPr/>
        </p:nvSpPr>
        <p:spPr>
          <a:xfrm>
            <a:off x="278468" y="5576128"/>
            <a:ext cx="1014984" cy="1014984"/>
          </a:xfrm>
          <a:prstGeom prst="ellipse">
            <a:avLst/>
          </a:prstGeom>
          <a:solidFill>
            <a:srgbClr val="4E8542"/>
          </a:solidFill>
          <a:ln w="76200">
            <a:solidFill>
              <a:srgbClr val="E3DED1"/>
            </a:solidFill>
          </a:ln>
        </p:spPr>
        <p:txBody>
          <a:bodyPr vert="horz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180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566928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83464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 </a:t>
            </a:r>
          </a:p>
        </p:txBody>
      </p:sp>
      <p:pic>
        <p:nvPicPr>
          <p:cNvPr id="24" name="Graphic 23" descr="Earth globe: Asia and Australia with solid fill">
            <a:extLst>
              <a:ext uri="{FF2B5EF4-FFF2-40B4-BE49-F238E27FC236}">
                <a16:creationId xmlns:a16="http://schemas.microsoft.com/office/drawing/2014/main" id="{23AAA62A-9001-ED60-C162-6306F07D5A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319670" y="5619843"/>
            <a:ext cx="9144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19976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23AC2-0BF3-BB29-60C8-A6D87D7297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amera 3">
            <a:extLst>
              <a:ext uri="{FF2B5EF4-FFF2-40B4-BE49-F238E27FC236}">
                <a16:creationId xmlns:a16="http://schemas.microsoft.com/office/drawing/2014/main" id="{6B55B1EE-5F96-29A8-10B7-07350EF7B65A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29792" y="0"/>
            <a:ext cx="6932415" cy="6932415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86898D29-7730-F2D3-B450-9B77A10183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7429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DF0A97D9-2B64-5193-F946-B3E782737424}"/>
              </a:ext>
            </a:extLst>
          </p:cNvPr>
          <p:cNvSpPr/>
          <p:nvPr/>
        </p:nvSpPr>
        <p:spPr>
          <a:xfrm>
            <a:off x="3992137" y="3643673"/>
            <a:ext cx="6423101" cy="2355683"/>
          </a:xfrm>
          <a:prstGeom prst="roundRect">
            <a:avLst/>
          </a:prstGeom>
          <a:solidFill>
            <a:schemeClr val="accent2"/>
          </a:solidFill>
          <a:ln w="76200">
            <a:solidFill>
              <a:srgbClr val="E3DED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600" dirty="0">
                <a:solidFill>
                  <a:srgbClr val="E3DED1"/>
                </a:solidFill>
              </a:rPr>
              <a:t>Stephen Stringer</a:t>
            </a:r>
          </a:p>
          <a:p>
            <a:endParaRPr lang="en-US" sz="2000" dirty="0">
              <a:solidFill>
                <a:srgbClr val="E3DED1"/>
              </a:solidFill>
            </a:endParaRPr>
          </a:p>
          <a:p>
            <a:r>
              <a:rPr lang="en-US" sz="2800" dirty="0" err="1">
                <a:solidFill>
                  <a:srgbClr val="E3DED1"/>
                </a:solidFill>
              </a:rPr>
              <a:t>sstringer@wordcollective.com</a:t>
            </a:r>
            <a:endParaRPr lang="en-US" sz="2800" dirty="0">
              <a:solidFill>
                <a:srgbClr val="E3DED1"/>
              </a:solidFill>
            </a:endParaRPr>
          </a:p>
          <a:p>
            <a:r>
              <a:rPr lang="en-US" sz="2800" dirty="0" err="1">
                <a:solidFill>
                  <a:srgbClr val="E3DED1"/>
                </a:solidFill>
              </a:rPr>
              <a:t>www.fia.bible</a:t>
            </a:r>
            <a:endParaRPr lang="en-US" sz="2800" dirty="0">
              <a:solidFill>
                <a:srgbClr val="E3DED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BD169B-EEB1-58A7-D492-52A8D428F5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13151" y="6177066"/>
            <a:ext cx="678849" cy="680934"/>
          </a:xfrm>
          <a:prstGeom prst="rect">
            <a:avLst/>
          </a:prstGeom>
        </p:spPr>
      </p:pic>
      <p:pic>
        <p:nvPicPr>
          <p:cNvPr id="2" name="Camera 1">
            <a:extLst>
              <a:ext uri="{FF2B5EF4-FFF2-40B4-BE49-F238E27FC236}">
                <a16:creationId xmlns:a16="http://schemas.microsoft.com/office/drawing/2014/main" id="{F1CC2028-CD9C-1B66-9284-3572136DA79B}"/>
              </a:ext>
            </a:extLst>
          </p:cNvPr>
          <p:cNvPicPr>
            <a:picLocks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55893" y="13624"/>
            <a:ext cx="4236107" cy="4236107"/>
          </a:xfrm>
          <a:prstGeom prst="ellipse">
            <a:avLst/>
          </a:prstGeom>
          <a:ln w="76200">
            <a:solidFill>
              <a:srgbClr val="E3DED1"/>
            </a:solidFill>
          </a:ln>
        </p:spPr>
      </p:pic>
    </p:spTree>
    <p:extLst>
      <p:ext uri="{BB962C8B-B14F-4D97-AF65-F5344CB8AC3E}">
        <p14:creationId xmlns:p14="http://schemas.microsoft.com/office/powerpoint/2010/main" val="31612199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26">
      <a:majorFont>
        <a:latin typeface="Arial Black"/>
        <a:ea typeface=""/>
        <a:cs typeface=""/>
      </a:majorFont>
      <a:minorFont>
        <a:latin typeface="Arial Blac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_Design_Win32_SW_v11" id="{D7435ACC-9DD3-4D5B-A984-7326EB7AF7CB}" vid="{7C01AFE1-C5EE-47B6-A71D-62A9F78E446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431C809-C6F0-48D7-BF3E-4570CDAF51AF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E8C75813-FBB5-478B-828B-AC67018E272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E30B917-A3AD-46B5-A6A4-F876E3BAC36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208</Words>
  <Application>Microsoft Macintosh PowerPoint</Application>
  <PresentationFormat>Widescreen</PresentationFormat>
  <Paragraphs>69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Arial Black</vt:lpstr>
      <vt:lpstr>Calibri</vt:lpstr>
      <vt:lpstr>Office Theme</vt:lpstr>
      <vt:lpstr> Widening the Table: An Ethics of Accessible Exegesis and Interpretation </vt:lpstr>
      <vt:lpstr>PowerPoint Presentation</vt:lpstr>
      <vt:lpstr>PowerPoint Presentation</vt:lpstr>
      <vt:lpstr>PowerPoint Presentation</vt:lpstr>
      <vt:lpstr>Physically accessible exegesis looks like:</vt:lpstr>
      <vt:lpstr>PowerPoint Presentation</vt:lpstr>
      <vt:lpstr>PowerPoint Presentation</vt:lpstr>
      <vt:lpstr>Accessible exegesis also looks like: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2022-08-18T06:47:08Z</dcterms:created>
  <dcterms:modified xsi:type="dcterms:W3CDTF">2025-08-31T03:04:32Z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