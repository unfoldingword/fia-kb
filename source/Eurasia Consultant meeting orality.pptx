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9" r:id="rId6"/>
    <p:sldId id="261" r:id="rId7"/>
    <p:sldId id="263" r:id="rId8"/>
    <p:sldId id="262" r:id="rId9"/>
    <p:sldId id="285" r:id="rId10"/>
    <p:sldId id="264" r:id="rId11"/>
    <p:sldId id="265" r:id="rId12"/>
    <p:sldId id="266" r:id="rId13"/>
    <p:sldId id="280" r:id="rId14"/>
    <p:sldId id="267" r:id="rId15"/>
    <p:sldId id="268" r:id="rId16"/>
    <p:sldId id="269" r:id="rId17"/>
    <p:sldId id="270" r:id="rId18"/>
    <p:sldId id="271" r:id="rId19"/>
    <p:sldId id="272" r:id="rId20"/>
    <p:sldId id="281" r:id="rId21"/>
    <p:sldId id="274" r:id="rId22"/>
    <p:sldId id="275" r:id="rId23"/>
    <p:sldId id="276" r:id="rId24"/>
    <p:sldId id="278" r:id="rId25"/>
    <p:sldId id="277" r:id="rId26"/>
    <p:sldId id="282" r:id="rId27"/>
    <p:sldId id="26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208"/>
  </p:normalViewPr>
  <p:slideViewPr>
    <p:cSldViewPr snapToGrid="0" snapToObjects="1">
      <p:cViewPr>
        <p:scale>
          <a:sx n="79" d="100"/>
          <a:sy n="79" d="100"/>
        </p:scale>
        <p:origin x="656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56DD50-53EB-444B-8756-FA65C5FA715F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C6B1A835-88AE-9648-AD3B-4EA6030F7D67}">
      <dgm:prSet phldrT="[Text]"/>
      <dgm:spPr/>
      <dgm:t>
        <a:bodyPr/>
        <a:lstStyle/>
        <a:p>
          <a:r>
            <a:rPr lang="en-US" dirty="0"/>
            <a:t>Bible</a:t>
          </a:r>
        </a:p>
      </dgm:t>
    </dgm:pt>
    <dgm:pt modelId="{E2B9B115-5829-8F4E-9395-47DC992BB8F9}" type="parTrans" cxnId="{B8B323FB-56DA-BB46-A214-63B769018BFD}">
      <dgm:prSet/>
      <dgm:spPr/>
      <dgm:t>
        <a:bodyPr/>
        <a:lstStyle/>
        <a:p>
          <a:endParaRPr lang="en-US"/>
        </a:p>
      </dgm:t>
    </dgm:pt>
    <dgm:pt modelId="{CCBCC26E-812C-6E41-9C60-D668C621EF35}" type="sibTrans" cxnId="{B8B323FB-56DA-BB46-A214-63B769018BFD}">
      <dgm:prSet/>
      <dgm:spPr/>
      <dgm:t>
        <a:bodyPr/>
        <a:lstStyle/>
        <a:p>
          <a:endParaRPr lang="en-US"/>
        </a:p>
      </dgm:t>
    </dgm:pt>
    <dgm:pt modelId="{A9635E8D-E7E6-1943-A906-B43F937F2893}">
      <dgm:prSet phldrT="[Text]"/>
      <dgm:spPr/>
      <dgm:t>
        <a:bodyPr/>
        <a:lstStyle/>
        <a:p>
          <a:r>
            <a:rPr lang="en-US" dirty="0"/>
            <a:t>Audience</a:t>
          </a:r>
        </a:p>
      </dgm:t>
    </dgm:pt>
    <dgm:pt modelId="{647052F7-5BA0-AD48-97E7-E65B215056B4}" type="parTrans" cxnId="{E4650AC2-E0C0-C14D-A267-6B43BAA626A1}">
      <dgm:prSet/>
      <dgm:spPr/>
      <dgm:t>
        <a:bodyPr/>
        <a:lstStyle/>
        <a:p>
          <a:endParaRPr lang="en-US"/>
        </a:p>
      </dgm:t>
    </dgm:pt>
    <dgm:pt modelId="{6E03A117-E0F1-D347-A3DE-206969319AC3}" type="sibTrans" cxnId="{E4650AC2-E0C0-C14D-A267-6B43BAA626A1}">
      <dgm:prSet/>
      <dgm:spPr/>
      <dgm:t>
        <a:bodyPr/>
        <a:lstStyle/>
        <a:p>
          <a:endParaRPr lang="en-US"/>
        </a:p>
      </dgm:t>
    </dgm:pt>
    <dgm:pt modelId="{D0276A42-3230-7940-BAC3-D9649979F677}">
      <dgm:prSet phldrT="[Text]"/>
      <dgm:spPr/>
      <dgm:t>
        <a:bodyPr/>
        <a:lstStyle/>
        <a:p>
          <a:r>
            <a:rPr lang="en-US" dirty="0"/>
            <a:t>Author</a:t>
          </a:r>
        </a:p>
      </dgm:t>
    </dgm:pt>
    <dgm:pt modelId="{4C9E569F-560B-BF48-AAEF-C97D30C49378}" type="parTrans" cxnId="{EE723C67-F5EC-DF4B-A126-FC1B48581A1C}">
      <dgm:prSet/>
      <dgm:spPr/>
      <dgm:t>
        <a:bodyPr/>
        <a:lstStyle/>
        <a:p>
          <a:endParaRPr lang="en-US"/>
        </a:p>
      </dgm:t>
    </dgm:pt>
    <dgm:pt modelId="{DC366B7A-AEDB-D146-857C-77194D8D510A}" type="sibTrans" cxnId="{EE723C67-F5EC-DF4B-A126-FC1B48581A1C}">
      <dgm:prSet/>
      <dgm:spPr/>
      <dgm:t>
        <a:bodyPr/>
        <a:lstStyle/>
        <a:p>
          <a:endParaRPr lang="en-US"/>
        </a:p>
      </dgm:t>
    </dgm:pt>
    <dgm:pt modelId="{51A30442-59BF-2247-9B18-0DC5C964A990}" type="pres">
      <dgm:prSet presAssocID="{FC56DD50-53EB-444B-8756-FA65C5FA715F}" presName="compositeShape" presStyleCnt="0">
        <dgm:presLayoutVars>
          <dgm:chMax val="7"/>
          <dgm:dir/>
          <dgm:resizeHandles val="exact"/>
        </dgm:presLayoutVars>
      </dgm:prSet>
      <dgm:spPr/>
    </dgm:pt>
    <dgm:pt modelId="{E46EF1CD-793F-3C40-B3E9-A27EE00E8EDF}" type="pres">
      <dgm:prSet presAssocID="{C6B1A835-88AE-9648-AD3B-4EA6030F7D67}" presName="circ1" presStyleLbl="vennNode1" presStyleIdx="0" presStyleCnt="3"/>
      <dgm:spPr/>
    </dgm:pt>
    <dgm:pt modelId="{9A01C6C4-A080-1C43-9B03-5ACB748C2F3F}" type="pres">
      <dgm:prSet presAssocID="{C6B1A835-88AE-9648-AD3B-4EA6030F7D6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A316A81-54F2-B746-B04B-CFC5C869E4E8}" type="pres">
      <dgm:prSet presAssocID="{A9635E8D-E7E6-1943-A906-B43F937F2893}" presName="circ2" presStyleLbl="vennNode1" presStyleIdx="1" presStyleCnt="3"/>
      <dgm:spPr/>
    </dgm:pt>
    <dgm:pt modelId="{2F965E7F-56AA-CC41-8630-637CC89EA5BE}" type="pres">
      <dgm:prSet presAssocID="{A9635E8D-E7E6-1943-A906-B43F937F289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70C9E98-22FB-A245-B8EF-8CCEC79952E9}" type="pres">
      <dgm:prSet presAssocID="{D0276A42-3230-7940-BAC3-D9649979F677}" presName="circ3" presStyleLbl="vennNode1" presStyleIdx="2" presStyleCnt="3"/>
      <dgm:spPr/>
    </dgm:pt>
    <dgm:pt modelId="{514B1BF8-13B7-A24F-B101-09900F787B69}" type="pres">
      <dgm:prSet presAssocID="{D0276A42-3230-7940-BAC3-D9649979F67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CCBC341-9D5F-6A42-BA35-9B970AA12772}" type="presOf" srcId="{D0276A42-3230-7940-BAC3-D9649979F677}" destId="{514B1BF8-13B7-A24F-B101-09900F787B69}" srcOrd="1" destOrd="0" presId="urn:microsoft.com/office/officeart/2005/8/layout/venn1"/>
    <dgm:cxn modelId="{8CC36E46-0844-2F43-8DB1-8DC2A626708F}" type="presOf" srcId="{D0276A42-3230-7940-BAC3-D9649979F677}" destId="{D70C9E98-22FB-A245-B8EF-8CCEC79952E9}" srcOrd="0" destOrd="0" presId="urn:microsoft.com/office/officeart/2005/8/layout/venn1"/>
    <dgm:cxn modelId="{D553F856-0CB9-F64D-8534-72553BB770C7}" type="presOf" srcId="{A9635E8D-E7E6-1943-A906-B43F937F2893}" destId="{1A316A81-54F2-B746-B04B-CFC5C869E4E8}" srcOrd="0" destOrd="0" presId="urn:microsoft.com/office/officeart/2005/8/layout/venn1"/>
    <dgm:cxn modelId="{EE723C67-F5EC-DF4B-A126-FC1B48581A1C}" srcId="{FC56DD50-53EB-444B-8756-FA65C5FA715F}" destId="{D0276A42-3230-7940-BAC3-D9649979F677}" srcOrd="2" destOrd="0" parTransId="{4C9E569F-560B-BF48-AAEF-C97D30C49378}" sibTransId="{DC366B7A-AEDB-D146-857C-77194D8D510A}"/>
    <dgm:cxn modelId="{4D5E4172-236F-9D48-9119-6BC272135BBF}" type="presOf" srcId="{C6B1A835-88AE-9648-AD3B-4EA6030F7D67}" destId="{E46EF1CD-793F-3C40-B3E9-A27EE00E8EDF}" srcOrd="0" destOrd="0" presId="urn:microsoft.com/office/officeart/2005/8/layout/venn1"/>
    <dgm:cxn modelId="{57C3EE7F-C52C-1042-9F00-29E94793EC08}" type="presOf" srcId="{A9635E8D-E7E6-1943-A906-B43F937F2893}" destId="{2F965E7F-56AA-CC41-8630-637CC89EA5BE}" srcOrd="1" destOrd="0" presId="urn:microsoft.com/office/officeart/2005/8/layout/venn1"/>
    <dgm:cxn modelId="{9851118F-5CF4-BC4C-BEA2-8A2980ED026B}" type="presOf" srcId="{FC56DD50-53EB-444B-8756-FA65C5FA715F}" destId="{51A30442-59BF-2247-9B18-0DC5C964A990}" srcOrd="0" destOrd="0" presId="urn:microsoft.com/office/officeart/2005/8/layout/venn1"/>
    <dgm:cxn modelId="{E4650AC2-E0C0-C14D-A267-6B43BAA626A1}" srcId="{FC56DD50-53EB-444B-8756-FA65C5FA715F}" destId="{A9635E8D-E7E6-1943-A906-B43F937F2893}" srcOrd="1" destOrd="0" parTransId="{647052F7-5BA0-AD48-97E7-E65B215056B4}" sibTransId="{6E03A117-E0F1-D347-A3DE-206969319AC3}"/>
    <dgm:cxn modelId="{D892CDF8-1C7D-364A-847C-328B0EC2B666}" type="presOf" srcId="{C6B1A835-88AE-9648-AD3B-4EA6030F7D67}" destId="{9A01C6C4-A080-1C43-9B03-5ACB748C2F3F}" srcOrd="1" destOrd="0" presId="urn:microsoft.com/office/officeart/2005/8/layout/venn1"/>
    <dgm:cxn modelId="{B8B323FB-56DA-BB46-A214-63B769018BFD}" srcId="{FC56DD50-53EB-444B-8756-FA65C5FA715F}" destId="{C6B1A835-88AE-9648-AD3B-4EA6030F7D67}" srcOrd="0" destOrd="0" parTransId="{E2B9B115-5829-8F4E-9395-47DC992BB8F9}" sibTransId="{CCBCC26E-812C-6E41-9C60-D668C621EF35}"/>
    <dgm:cxn modelId="{10549E3E-56EF-9145-B713-72F11645B88A}" type="presParOf" srcId="{51A30442-59BF-2247-9B18-0DC5C964A990}" destId="{E46EF1CD-793F-3C40-B3E9-A27EE00E8EDF}" srcOrd="0" destOrd="0" presId="urn:microsoft.com/office/officeart/2005/8/layout/venn1"/>
    <dgm:cxn modelId="{36DBE667-FF90-6A49-9FF2-C8B06CA0F580}" type="presParOf" srcId="{51A30442-59BF-2247-9B18-0DC5C964A990}" destId="{9A01C6C4-A080-1C43-9B03-5ACB748C2F3F}" srcOrd="1" destOrd="0" presId="urn:microsoft.com/office/officeart/2005/8/layout/venn1"/>
    <dgm:cxn modelId="{3BD0784B-6E4B-9042-8262-19B9FBEEBAA8}" type="presParOf" srcId="{51A30442-59BF-2247-9B18-0DC5C964A990}" destId="{1A316A81-54F2-B746-B04B-CFC5C869E4E8}" srcOrd="2" destOrd="0" presId="urn:microsoft.com/office/officeart/2005/8/layout/venn1"/>
    <dgm:cxn modelId="{06E71C95-F1B1-C441-9BD9-B10C88A3B2B5}" type="presParOf" srcId="{51A30442-59BF-2247-9B18-0DC5C964A990}" destId="{2F965E7F-56AA-CC41-8630-637CC89EA5BE}" srcOrd="3" destOrd="0" presId="urn:microsoft.com/office/officeart/2005/8/layout/venn1"/>
    <dgm:cxn modelId="{67074BD5-375A-AB43-9BB2-7B137F8FEA96}" type="presParOf" srcId="{51A30442-59BF-2247-9B18-0DC5C964A990}" destId="{D70C9E98-22FB-A245-B8EF-8CCEC79952E9}" srcOrd="4" destOrd="0" presId="urn:microsoft.com/office/officeart/2005/8/layout/venn1"/>
    <dgm:cxn modelId="{234844CC-CAE8-5F46-879F-CACAFF3DDC9F}" type="presParOf" srcId="{51A30442-59BF-2247-9B18-0DC5C964A990}" destId="{514B1BF8-13B7-A24F-B101-09900F787B69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56DD50-53EB-444B-8756-FA65C5FA715F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C6B1A835-88AE-9648-AD3B-4EA6030F7D67}">
      <dgm:prSet phldrT="[Text]"/>
      <dgm:spPr/>
      <dgm:t>
        <a:bodyPr/>
        <a:lstStyle/>
        <a:p>
          <a:r>
            <a:rPr lang="en-US" dirty="0"/>
            <a:t>Bible</a:t>
          </a:r>
        </a:p>
      </dgm:t>
    </dgm:pt>
    <dgm:pt modelId="{E2B9B115-5829-8F4E-9395-47DC992BB8F9}" type="parTrans" cxnId="{B8B323FB-56DA-BB46-A214-63B769018BFD}">
      <dgm:prSet/>
      <dgm:spPr/>
      <dgm:t>
        <a:bodyPr/>
        <a:lstStyle/>
        <a:p>
          <a:endParaRPr lang="en-US"/>
        </a:p>
      </dgm:t>
    </dgm:pt>
    <dgm:pt modelId="{CCBCC26E-812C-6E41-9C60-D668C621EF35}" type="sibTrans" cxnId="{B8B323FB-56DA-BB46-A214-63B769018BFD}">
      <dgm:prSet/>
      <dgm:spPr/>
      <dgm:t>
        <a:bodyPr/>
        <a:lstStyle/>
        <a:p>
          <a:endParaRPr lang="en-US"/>
        </a:p>
      </dgm:t>
    </dgm:pt>
    <dgm:pt modelId="{A9635E8D-E7E6-1943-A906-B43F937F2893}">
      <dgm:prSet phldrT="[Text]"/>
      <dgm:spPr/>
      <dgm:t>
        <a:bodyPr/>
        <a:lstStyle/>
        <a:p>
          <a:r>
            <a:rPr lang="en-US" dirty="0"/>
            <a:t>Audience</a:t>
          </a:r>
        </a:p>
      </dgm:t>
    </dgm:pt>
    <dgm:pt modelId="{647052F7-5BA0-AD48-97E7-E65B215056B4}" type="parTrans" cxnId="{E4650AC2-E0C0-C14D-A267-6B43BAA626A1}">
      <dgm:prSet/>
      <dgm:spPr/>
      <dgm:t>
        <a:bodyPr/>
        <a:lstStyle/>
        <a:p>
          <a:endParaRPr lang="en-US"/>
        </a:p>
      </dgm:t>
    </dgm:pt>
    <dgm:pt modelId="{6E03A117-E0F1-D347-A3DE-206969319AC3}" type="sibTrans" cxnId="{E4650AC2-E0C0-C14D-A267-6B43BAA626A1}">
      <dgm:prSet/>
      <dgm:spPr/>
      <dgm:t>
        <a:bodyPr/>
        <a:lstStyle/>
        <a:p>
          <a:endParaRPr lang="en-US"/>
        </a:p>
      </dgm:t>
    </dgm:pt>
    <dgm:pt modelId="{51A30442-59BF-2247-9B18-0DC5C964A990}" type="pres">
      <dgm:prSet presAssocID="{FC56DD50-53EB-444B-8756-FA65C5FA715F}" presName="compositeShape" presStyleCnt="0">
        <dgm:presLayoutVars>
          <dgm:chMax val="7"/>
          <dgm:dir/>
          <dgm:resizeHandles val="exact"/>
        </dgm:presLayoutVars>
      </dgm:prSet>
      <dgm:spPr/>
    </dgm:pt>
    <dgm:pt modelId="{E46EF1CD-793F-3C40-B3E9-A27EE00E8EDF}" type="pres">
      <dgm:prSet presAssocID="{C6B1A835-88AE-9648-AD3B-4EA6030F7D67}" presName="circ1" presStyleLbl="vennNode1" presStyleIdx="0" presStyleCnt="2" custLinFactNeighborX="-24517" custLinFactNeighborY="-2607"/>
      <dgm:spPr/>
    </dgm:pt>
    <dgm:pt modelId="{9A01C6C4-A080-1C43-9B03-5ACB748C2F3F}" type="pres">
      <dgm:prSet presAssocID="{C6B1A835-88AE-9648-AD3B-4EA6030F7D6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A316A81-54F2-B746-B04B-CFC5C869E4E8}" type="pres">
      <dgm:prSet presAssocID="{A9635E8D-E7E6-1943-A906-B43F937F2893}" presName="circ2" presStyleLbl="vennNode1" presStyleIdx="1" presStyleCnt="2"/>
      <dgm:spPr/>
    </dgm:pt>
    <dgm:pt modelId="{2F965E7F-56AA-CC41-8630-637CC89EA5BE}" type="pres">
      <dgm:prSet presAssocID="{A9635E8D-E7E6-1943-A906-B43F937F289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D553F856-0CB9-F64D-8534-72553BB770C7}" type="presOf" srcId="{A9635E8D-E7E6-1943-A906-B43F937F2893}" destId="{1A316A81-54F2-B746-B04B-CFC5C869E4E8}" srcOrd="0" destOrd="0" presId="urn:microsoft.com/office/officeart/2005/8/layout/venn1"/>
    <dgm:cxn modelId="{4D5E4172-236F-9D48-9119-6BC272135BBF}" type="presOf" srcId="{C6B1A835-88AE-9648-AD3B-4EA6030F7D67}" destId="{E46EF1CD-793F-3C40-B3E9-A27EE00E8EDF}" srcOrd="0" destOrd="0" presId="urn:microsoft.com/office/officeart/2005/8/layout/venn1"/>
    <dgm:cxn modelId="{57C3EE7F-C52C-1042-9F00-29E94793EC08}" type="presOf" srcId="{A9635E8D-E7E6-1943-A906-B43F937F2893}" destId="{2F965E7F-56AA-CC41-8630-637CC89EA5BE}" srcOrd="1" destOrd="0" presId="urn:microsoft.com/office/officeart/2005/8/layout/venn1"/>
    <dgm:cxn modelId="{9851118F-5CF4-BC4C-BEA2-8A2980ED026B}" type="presOf" srcId="{FC56DD50-53EB-444B-8756-FA65C5FA715F}" destId="{51A30442-59BF-2247-9B18-0DC5C964A990}" srcOrd="0" destOrd="0" presId="urn:microsoft.com/office/officeart/2005/8/layout/venn1"/>
    <dgm:cxn modelId="{E4650AC2-E0C0-C14D-A267-6B43BAA626A1}" srcId="{FC56DD50-53EB-444B-8756-FA65C5FA715F}" destId="{A9635E8D-E7E6-1943-A906-B43F937F2893}" srcOrd="1" destOrd="0" parTransId="{647052F7-5BA0-AD48-97E7-E65B215056B4}" sibTransId="{6E03A117-E0F1-D347-A3DE-206969319AC3}"/>
    <dgm:cxn modelId="{D892CDF8-1C7D-364A-847C-328B0EC2B666}" type="presOf" srcId="{C6B1A835-88AE-9648-AD3B-4EA6030F7D67}" destId="{9A01C6C4-A080-1C43-9B03-5ACB748C2F3F}" srcOrd="1" destOrd="0" presId="urn:microsoft.com/office/officeart/2005/8/layout/venn1"/>
    <dgm:cxn modelId="{B8B323FB-56DA-BB46-A214-63B769018BFD}" srcId="{FC56DD50-53EB-444B-8756-FA65C5FA715F}" destId="{C6B1A835-88AE-9648-AD3B-4EA6030F7D67}" srcOrd="0" destOrd="0" parTransId="{E2B9B115-5829-8F4E-9395-47DC992BB8F9}" sibTransId="{CCBCC26E-812C-6E41-9C60-D668C621EF35}"/>
    <dgm:cxn modelId="{10549E3E-56EF-9145-B713-72F11645B88A}" type="presParOf" srcId="{51A30442-59BF-2247-9B18-0DC5C964A990}" destId="{E46EF1CD-793F-3C40-B3E9-A27EE00E8EDF}" srcOrd="0" destOrd="0" presId="urn:microsoft.com/office/officeart/2005/8/layout/venn1"/>
    <dgm:cxn modelId="{36DBE667-FF90-6A49-9FF2-C8B06CA0F580}" type="presParOf" srcId="{51A30442-59BF-2247-9B18-0DC5C964A990}" destId="{9A01C6C4-A080-1C43-9B03-5ACB748C2F3F}" srcOrd="1" destOrd="0" presId="urn:microsoft.com/office/officeart/2005/8/layout/venn1"/>
    <dgm:cxn modelId="{3BD0784B-6E4B-9042-8262-19B9FBEEBAA8}" type="presParOf" srcId="{51A30442-59BF-2247-9B18-0DC5C964A990}" destId="{1A316A81-54F2-B746-B04B-CFC5C869E4E8}" srcOrd="2" destOrd="0" presId="urn:microsoft.com/office/officeart/2005/8/layout/venn1"/>
    <dgm:cxn modelId="{06E71C95-F1B1-C441-9BD9-B10C88A3B2B5}" type="presParOf" srcId="{51A30442-59BF-2247-9B18-0DC5C964A990}" destId="{2F965E7F-56AA-CC41-8630-637CC89EA5BE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56DD50-53EB-444B-8756-FA65C5FA715F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C6B1A835-88AE-9648-AD3B-4EA6030F7D67}">
      <dgm:prSet phldrT="[Text]"/>
      <dgm:spPr/>
      <dgm:t>
        <a:bodyPr/>
        <a:lstStyle/>
        <a:p>
          <a:r>
            <a:rPr lang="en-US" dirty="0"/>
            <a:t>Bible</a:t>
          </a:r>
        </a:p>
      </dgm:t>
    </dgm:pt>
    <dgm:pt modelId="{E2B9B115-5829-8F4E-9395-47DC992BB8F9}" type="parTrans" cxnId="{B8B323FB-56DA-BB46-A214-63B769018BFD}">
      <dgm:prSet/>
      <dgm:spPr/>
      <dgm:t>
        <a:bodyPr/>
        <a:lstStyle/>
        <a:p>
          <a:endParaRPr lang="en-US"/>
        </a:p>
      </dgm:t>
    </dgm:pt>
    <dgm:pt modelId="{CCBCC26E-812C-6E41-9C60-D668C621EF35}" type="sibTrans" cxnId="{B8B323FB-56DA-BB46-A214-63B769018BFD}">
      <dgm:prSet/>
      <dgm:spPr/>
      <dgm:t>
        <a:bodyPr/>
        <a:lstStyle/>
        <a:p>
          <a:endParaRPr lang="en-US"/>
        </a:p>
      </dgm:t>
    </dgm:pt>
    <dgm:pt modelId="{A9635E8D-E7E6-1943-A906-B43F937F2893}">
      <dgm:prSet phldrT="[Text]"/>
      <dgm:spPr/>
      <dgm:t>
        <a:bodyPr/>
        <a:lstStyle/>
        <a:p>
          <a:r>
            <a:rPr lang="en-US" dirty="0"/>
            <a:t>Audience</a:t>
          </a:r>
        </a:p>
      </dgm:t>
    </dgm:pt>
    <dgm:pt modelId="{647052F7-5BA0-AD48-97E7-E65B215056B4}" type="parTrans" cxnId="{E4650AC2-E0C0-C14D-A267-6B43BAA626A1}">
      <dgm:prSet/>
      <dgm:spPr/>
      <dgm:t>
        <a:bodyPr/>
        <a:lstStyle/>
        <a:p>
          <a:endParaRPr lang="en-US"/>
        </a:p>
      </dgm:t>
    </dgm:pt>
    <dgm:pt modelId="{6E03A117-E0F1-D347-A3DE-206969319AC3}" type="sibTrans" cxnId="{E4650AC2-E0C0-C14D-A267-6B43BAA626A1}">
      <dgm:prSet/>
      <dgm:spPr/>
      <dgm:t>
        <a:bodyPr/>
        <a:lstStyle/>
        <a:p>
          <a:endParaRPr lang="en-US"/>
        </a:p>
      </dgm:t>
    </dgm:pt>
    <dgm:pt modelId="{51A30442-59BF-2247-9B18-0DC5C964A990}" type="pres">
      <dgm:prSet presAssocID="{FC56DD50-53EB-444B-8756-FA65C5FA715F}" presName="compositeShape" presStyleCnt="0">
        <dgm:presLayoutVars>
          <dgm:chMax val="7"/>
          <dgm:dir/>
          <dgm:resizeHandles val="exact"/>
        </dgm:presLayoutVars>
      </dgm:prSet>
      <dgm:spPr/>
    </dgm:pt>
    <dgm:pt modelId="{E46EF1CD-793F-3C40-B3E9-A27EE00E8EDF}" type="pres">
      <dgm:prSet presAssocID="{C6B1A835-88AE-9648-AD3B-4EA6030F7D67}" presName="circ1" presStyleLbl="vennNode1" presStyleIdx="0" presStyleCnt="2" custLinFactNeighborX="-11915" custLinFactNeighborY="161"/>
      <dgm:spPr/>
    </dgm:pt>
    <dgm:pt modelId="{9A01C6C4-A080-1C43-9B03-5ACB748C2F3F}" type="pres">
      <dgm:prSet presAssocID="{C6B1A835-88AE-9648-AD3B-4EA6030F7D6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A316A81-54F2-B746-B04B-CFC5C869E4E8}" type="pres">
      <dgm:prSet presAssocID="{A9635E8D-E7E6-1943-A906-B43F937F2893}" presName="circ2" presStyleLbl="vennNode1" presStyleIdx="1" presStyleCnt="2" custLinFactNeighborX="-6084" custLinFactNeighborY="1304"/>
      <dgm:spPr/>
    </dgm:pt>
    <dgm:pt modelId="{2F965E7F-56AA-CC41-8630-637CC89EA5BE}" type="pres">
      <dgm:prSet presAssocID="{A9635E8D-E7E6-1943-A906-B43F937F289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D553F856-0CB9-F64D-8534-72553BB770C7}" type="presOf" srcId="{A9635E8D-E7E6-1943-A906-B43F937F2893}" destId="{1A316A81-54F2-B746-B04B-CFC5C869E4E8}" srcOrd="0" destOrd="0" presId="urn:microsoft.com/office/officeart/2005/8/layout/venn1"/>
    <dgm:cxn modelId="{4D5E4172-236F-9D48-9119-6BC272135BBF}" type="presOf" srcId="{C6B1A835-88AE-9648-AD3B-4EA6030F7D67}" destId="{E46EF1CD-793F-3C40-B3E9-A27EE00E8EDF}" srcOrd="0" destOrd="0" presId="urn:microsoft.com/office/officeart/2005/8/layout/venn1"/>
    <dgm:cxn modelId="{57C3EE7F-C52C-1042-9F00-29E94793EC08}" type="presOf" srcId="{A9635E8D-E7E6-1943-A906-B43F937F2893}" destId="{2F965E7F-56AA-CC41-8630-637CC89EA5BE}" srcOrd="1" destOrd="0" presId="urn:microsoft.com/office/officeart/2005/8/layout/venn1"/>
    <dgm:cxn modelId="{9851118F-5CF4-BC4C-BEA2-8A2980ED026B}" type="presOf" srcId="{FC56DD50-53EB-444B-8756-FA65C5FA715F}" destId="{51A30442-59BF-2247-9B18-0DC5C964A990}" srcOrd="0" destOrd="0" presId="urn:microsoft.com/office/officeart/2005/8/layout/venn1"/>
    <dgm:cxn modelId="{E4650AC2-E0C0-C14D-A267-6B43BAA626A1}" srcId="{FC56DD50-53EB-444B-8756-FA65C5FA715F}" destId="{A9635E8D-E7E6-1943-A906-B43F937F2893}" srcOrd="1" destOrd="0" parTransId="{647052F7-5BA0-AD48-97E7-E65B215056B4}" sibTransId="{6E03A117-E0F1-D347-A3DE-206969319AC3}"/>
    <dgm:cxn modelId="{D892CDF8-1C7D-364A-847C-328B0EC2B666}" type="presOf" srcId="{C6B1A835-88AE-9648-AD3B-4EA6030F7D67}" destId="{9A01C6C4-A080-1C43-9B03-5ACB748C2F3F}" srcOrd="1" destOrd="0" presId="urn:microsoft.com/office/officeart/2005/8/layout/venn1"/>
    <dgm:cxn modelId="{B8B323FB-56DA-BB46-A214-63B769018BFD}" srcId="{FC56DD50-53EB-444B-8756-FA65C5FA715F}" destId="{C6B1A835-88AE-9648-AD3B-4EA6030F7D67}" srcOrd="0" destOrd="0" parTransId="{E2B9B115-5829-8F4E-9395-47DC992BB8F9}" sibTransId="{CCBCC26E-812C-6E41-9C60-D668C621EF35}"/>
    <dgm:cxn modelId="{10549E3E-56EF-9145-B713-72F11645B88A}" type="presParOf" srcId="{51A30442-59BF-2247-9B18-0DC5C964A990}" destId="{E46EF1CD-793F-3C40-B3E9-A27EE00E8EDF}" srcOrd="0" destOrd="0" presId="urn:microsoft.com/office/officeart/2005/8/layout/venn1"/>
    <dgm:cxn modelId="{36DBE667-FF90-6A49-9FF2-C8B06CA0F580}" type="presParOf" srcId="{51A30442-59BF-2247-9B18-0DC5C964A990}" destId="{9A01C6C4-A080-1C43-9B03-5ACB748C2F3F}" srcOrd="1" destOrd="0" presId="urn:microsoft.com/office/officeart/2005/8/layout/venn1"/>
    <dgm:cxn modelId="{3BD0784B-6E4B-9042-8262-19B9FBEEBAA8}" type="presParOf" srcId="{51A30442-59BF-2247-9B18-0DC5C964A990}" destId="{1A316A81-54F2-B746-B04B-CFC5C869E4E8}" srcOrd="2" destOrd="0" presId="urn:microsoft.com/office/officeart/2005/8/layout/venn1"/>
    <dgm:cxn modelId="{06E71C95-F1B1-C441-9BD9-B10C88A3B2B5}" type="presParOf" srcId="{51A30442-59BF-2247-9B18-0DC5C964A990}" destId="{2F965E7F-56AA-CC41-8630-637CC89EA5BE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56DD50-53EB-444B-8756-FA65C5FA715F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C6B1A835-88AE-9648-AD3B-4EA6030F7D67}">
      <dgm:prSet phldrT="[Text]"/>
      <dgm:spPr/>
      <dgm:t>
        <a:bodyPr/>
        <a:lstStyle/>
        <a:p>
          <a:r>
            <a:rPr lang="en-US" dirty="0"/>
            <a:t>Bible</a:t>
          </a:r>
        </a:p>
      </dgm:t>
    </dgm:pt>
    <dgm:pt modelId="{E2B9B115-5829-8F4E-9395-47DC992BB8F9}" type="parTrans" cxnId="{B8B323FB-56DA-BB46-A214-63B769018BFD}">
      <dgm:prSet/>
      <dgm:spPr/>
      <dgm:t>
        <a:bodyPr/>
        <a:lstStyle/>
        <a:p>
          <a:endParaRPr lang="en-US"/>
        </a:p>
      </dgm:t>
    </dgm:pt>
    <dgm:pt modelId="{CCBCC26E-812C-6E41-9C60-D668C621EF35}" type="sibTrans" cxnId="{B8B323FB-56DA-BB46-A214-63B769018BFD}">
      <dgm:prSet/>
      <dgm:spPr/>
      <dgm:t>
        <a:bodyPr/>
        <a:lstStyle/>
        <a:p>
          <a:endParaRPr lang="en-US"/>
        </a:p>
      </dgm:t>
    </dgm:pt>
    <dgm:pt modelId="{A9635E8D-E7E6-1943-A906-B43F937F2893}">
      <dgm:prSet phldrT="[Text]"/>
      <dgm:spPr/>
      <dgm:t>
        <a:bodyPr/>
        <a:lstStyle/>
        <a:p>
          <a:r>
            <a:rPr lang="en-US" dirty="0"/>
            <a:t>Audience</a:t>
          </a:r>
        </a:p>
      </dgm:t>
    </dgm:pt>
    <dgm:pt modelId="{647052F7-5BA0-AD48-97E7-E65B215056B4}" type="parTrans" cxnId="{E4650AC2-E0C0-C14D-A267-6B43BAA626A1}">
      <dgm:prSet/>
      <dgm:spPr/>
      <dgm:t>
        <a:bodyPr/>
        <a:lstStyle/>
        <a:p>
          <a:endParaRPr lang="en-US"/>
        </a:p>
      </dgm:t>
    </dgm:pt>
    <dgm:pt modelId="{6E03A117-E0F1-D347-A3DE-206969319AC3}" type="sibTrans" cxnId="{E4650AC2-E0C0-C14D-A267-6B43BAA626A1}">
      <dgm:prSet/>
      <dgm:spPr/>
      <dgm:t>
        <a:bodyPr/>
        <a:lstStyle/>
        <a:p>
          <a:endParaRPr lang="en-US"/>
        </a:p>
      </dgm:t>
    </dgm:pt>
    <dgm:pt modelId="{D0276A42-3230-7940-BAC3-D9649979F677}">
      <dgm:prSet phldrT="[Text]"/>
      <dgm:spPr/>
      <dgm:t>
        <a:bodyPr/>
        <a:lstStyle/>
        <a:p>
          <a:r>
            <a:rPr lang="en-US" dirty="0"/>
            <a:t>Author</a:t>
          </a:r>
        </a:p>
      </dgm:t>
    </dgm:pt>
    <dgm:pt modelId="{4C9E569F-560B-BF48-AAEF-C97D30C49378}" type="parTrans" cxnId="{EE723C67-F5EC-DF4B-A126-FC1B48581A1C}">
      <dgm:prSet/>
      <dgm:spPr/>
      <dgm:t>
        <a:bodyPr/>
        <a:lstStyle/>
        <a:p>
          <a:endParaRPr lang="en-US"/>
        </a:p>
      </dgm:t>
    </dgm:pt>
    <dgm:pt modelId="{DC366B7A-AEDB-D146-857C-77194D8D510A}" type="sibTrans" cxnId="{EE723C67-F5EC-DF4B-A126-FC1B48581A1C}">
      <dgm:prSet/>
      <dgm:spPr/>
      <dgm:t>
        <a:bodyPr/>
        <a:lstStyle/>
        <a:p>
          <a:endParaRPr lang="en-US"/>
        </a:p>
      </dgm:t>
    </dgm:pt>
    <dgm:pt modelId="{D6CE4B53-C4EF-5040-8826-5FAC384A87F1}">
      <dgm:prSet phldrT="[Text]"/>
      <dgm:spPr/>
      <dgm:t>
        <a:bodyPr/>
        <a:lstStyle/>
        <a:p>
          <a:r>
            <a:rPr lang="en-US" dirty="0"/>
            <a:t>Audience</a:t>
          </a:r>
        </a:p>
      </dgm:t>
    </dgm:pt>
    <dgm:pt modelId="{CA3BAFED-5B31-224D-AF32-08F21920D60D}" type="parTrans" cxnId="{945D47FA-1DA7-B745-95E8-3F607324DA45}">
      <dgm:prSet/>
      <dgm:spPr/>
      <dgm:t>
        <a:bodyPr/>
        <a:lstStyle/>
        <a:p>
          <a:endParaRPr lang="en-US"/>
        </a:p>
      </dgm:t>
    </dgm:pt>
    <dgm:pt modelId="{46A3EEE8-C929-2F42-B365-CE96389E8E42}" type="sibTrans" cxnId="{945D47FA-1DA7-B745-95E8-3F607324DA45}">
      <dgm:prSet/>
      <dgm:spPr/>
      <dgm:t>
        <a:bodyPr/>
        <a:lstStyle/>
        <a:p>
          <a:endParaRPr lang="en-US"/>
        </a:p>
      </dgm:t>
    </dgm:pt>
    <dgm:pt modelId="{51A30442-59BF-2247-9B18-0DC5C964A990}" type="pres">
      <dgm:prSet presAssocID="{FC56DD50-53EB-444B-8756-FA65C5FA715F}" presName="compositeShape" presStyleCnt="0">
        <dgm:presLayoutVars>
          <dgm:chMax val="7"/>
          <dgm:dir/>
          <dgm:resizeHandles val="exact"/>
        </dgm:presLayoutVars>
      </dgm:prSet>
      <dgm:spPr/>
    </dgm:pt>
    <dgm:pt modelId="{E46EF1CD-793F-3C40-B3E9-A27EE00E8EDF}" type="pres">
      <dgm:prSet presAssocID="{C6B1A835-88AE-9648-AD3B-4EA6030F7D67}" presName="circ1" presStyleLbl="vennNode1" presStyleIdx="0" presStyleCnt="4" custScaleX="135346" custScaleY="127009"/>
      <dgm:spPr/>
    </dgm:pt>
    <dgm:pt modelId="{9A01C6C4-A080-1C43-9B03-5ACB748C2F3F}" type="pres">
      <dgm:prSet presAssocID="{C6B1A835-88AE-9648-AD3B-4EA6030F7D6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A316A81-54F2-B746-B04B-CFC5C869E4E8}" type="pres">
      <dgm:prSet presAssocID="{A9635E8D-E7E6-1943-A906-B43F937F2893}" presName="circ2" presStyleLbl="vennNode1" presStyleIdx="1" presStyleCnt="4" custLinFactNeighborX="-16066" custLinFactNeighborY="730"/>
      <dgm:spPr/>
    </dgm:pt>
    <dgm:pt modelId="{2F965E7F-56AA-CC41-8630-637CC89EA5BE}" type="pres">
      <dgm:prSet presAssocID="{A9635E8D-E7E6-1943-A906-B43F937F289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96D5F8B-439F-8F4F-B323-434C1A14D01A}" type="pres">
      <dgm:prSet presAssocID="{D6CE4B53-C4EF-5040-8826-5FAC384A87F1}" presName="circ3" presStyleLbl="vennNode1" presStyleIdx="2" presStyleCnt="4" custLinFactNeighborY="-11198"/>
      <dgm:spPr/>
    </dgm:pt>
    <dgm:pt modelId="{3A298D8B-C766-CE44-9E8F-D1876BEDDD20}" type="pres">
      <dgm:prSet presAssocID="{D6CE4B53-C4EF-5040-8826-5FAC384A87F1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29DF226-0B54-6F49-A3C7-B5F4D11C5B20}" type="pres">
      <dgm:prSet presAssocID="{D0276A42-3230-7940-BAC3-D9649979F677}" presName="circ4" presStyleLbl="vennNode1" presStyleIdx="3" presStyleCnt="4" custLinFactNeighborX="14606" custLinFactNeighborY="730"/>
      <dgm:spPr/>
    </dgm:pt>
    <dgm:pt modelId="{87255A15-8313-2A40-9928-831021765CD1}" type="pres">
      <dgm:prSet presAssocID="{D0276A42-3230-7940-BAC3-D9649979F677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B365247-A3F6-5842-9D18-CB95EB4D098D}" type="presOf" srcId="{D6CE4B53-C4EF-5040-8826-5FAC384A87F1}" destId="{3A298D8B-C766-CE44-9E8F-D1876BEDDD20}" srcOrd="1" destOrd="0" presId="urn:microsoft.com/office/officeart/2005/8/layout/venn1"/>
    <dgm:cxn modelId="{D553F856-0CB9-F64D-8534-72553BB770C7}" type="presOf" srcId="{A9635E8D-E7E6-1943-A906-B43F937F2893}" destId="{1A316A81-54F2-B746-B04B-CFC5C869E4E8}" srcOrd="0" destOrd="0" presId="urn:microsoft.com/office/officeart/2005/8/layout/venn1"/>
    <dgm:cxn modelId="{A823985B-88AF-854A-981B-936342798B8A}" type="presOf" srcId="{D0276A42-3230-7940-BAC3-D9649979F677}" destId="{B29DF226-0B54-6F49-A3C7-B5F4D11C5B20}" srcOrd="0" destOrd="0" presId="urn:microsoft.com/office/officeart/2005/8/layout/venn1"/>
    <dgm:cxn modelId="{394BF663-1E5E-2E40-BA74-5F19D51511BA}" type="presOf" srcId="{D6CE4B53-C4EF-5040-8826-5FAC384A87F1}" destId="{596D5F8B-439F-8F4F-B323-434C1A14D01A}" srcOrd="0" destOrd="0" presId="urn:microsoft.com/office/officeart/2005/8/layout/venn1"/>
    <dgm:cxn modelId="{EE723C67-F5EC-DF4B-A126-FC1B48581A1C}" srcId="{FC56DD50-53EB-444B-8756-FA65C5FA715F}" destId="{D0276A42-3230-7940-BAC3-D9649979F677}" srcOrd="3" destOrd="0" parTransId="{4C9E569F-560B-BF48-AAEF-C97D30C49378}" sibTransId="{DC366B7A-AEDB-D146-857C-77194D8D510A}"/>
    <dgm:cxn modelId="{3B6AF46C-F857-F849-A9F5-C73304A241CF}" type="presOf" srcId="{D0276A42-3230-7940-BAC3-D9649979F677}" destId="{87255A15-8313-2A40-9928-831021765CD1}" srcOrd="1" destOrd="0" presId="urn:microsoft.com/office/officeart/2005/8/layout/venn1"/>
    <dgm:cxn modelId="{4D5E4172-236F-9D48-9119-6BC272135BBF}" type="presOf" srcId="{C6B1A835-88AE-9648-AD3B-4EA6030F7D67}" destId="{E46EF1CD-793F-3C40-B3E9-A27EE00E8EDF}" srcOrd="0" destOrd="0" presId="urn:microsoft.com/office/officeart/2005/8/layout/venn1"/>
    <dgm:cxn modelId="{57C3EE7F-C52C-1042-9F00-29E94793EC08}" type="presOf" srcId="{A9635E8D-E7E6-1943-A906-B43F937F2893}" destId="{2F965E7F-56AA-CC41-8630-637CC89EA5BE}" srcOrd="1" destOrd="0" presId="urn:microsoft.com/office/officeart/2005/8/layout/venn1"/>
    <dgm:cxn modelId="{9851118F-5CF4-BC4C-BEA2-8A2980ED026B}" type="presOf" srcId="{FC56DD50-53EB-444B-8756-FA65C5FA715F}" destId="{51A30442-59BF-2247-9B18-0DC5C964A990}" srcOrd="0" destOrd="0" presId="urn:microsoft.com/office/officeart/2005/8/layout/venn1"/>
    <dgm:cxn modelId="{E4650AC2-E0C0-C14D-A267-6B43BAA626A1}" srcId="{FC56DD50-53EB-444B-8756-FA65C5FA715F}" destId="{A9635E8D-E7E6-1943-A906-B43F937F2893}" srcOrd="1" destOrd="0" parTransId="{647052F7-5BA0-AD48-97E7-E65B215056B4}" sibTransId="{6E03A117-E0F1-D347-A3DE-206969319AC3}"/>
    <dgm:cxn modelId="{D892CDF8-1C7D-364A-847C-328B0EC2B666}" type="presOf" srcId="{C6B1A835-88AE-9648-AD3B-4EA6030F7D67}" destId="{9A01C6C4-A080-1C43-9B03-5ACB748C2F3F}" srcOrd="1" destOrd="0" presId="urn:microsoft.com/office/officeart/2005/8/layout/venn1"/>
    <dgm:cxn modelId="{945D47FA-1DA7-B745-95E8-3F607324DA45}" srcId="{FC56DD50-53EB-444B-8756-FA65C5FA715F}" destId="{D6CE4B53-C4EF-5040-8826-5FAC384A87F1}" srcOrd="2" destOrd="0" parTransId="{CA3BAFED-5B31-224D-AF32-08F21920D60D}" sibTransId="{46A3EEE8-C929-2F42-B365-CE96389E8E42}"/>
    <dgm:cxn modelId="{B8B323FB-56DA-BB46-A214-63B769018BFD}" srcId="{FC56DD50-53EB-444B-8756-FA65C5FA715F}" destId="{C6B1A835-88AE-9648-AD3B-4EA6030F7D67}" srcOrd="0" destOrd="0" parTransId="{E2B9B115-5829-8F4E-9395-47DC992BB8F9}" sibTransId="{CCBCC26E-812C-6E41-9C60-D668C621EF35}"/>
    <dgm:cxn modelId="{10549E3E-56EF-9145-B713-72F11645B88A}" type="presParOf" srcId="{51A30442-59BF-2247-9B18-0DC5C964A990}" destId="{E46EF1CD-793F-3C40-B3E9-A27EE00E8EDF}" srcOrd="0" destOrd="0" presId="urn:microsoft.com/office/officeart/2005/8/layout/venn1"/>
    <dgm:cxn modelId="{36DBE667-FF90-6A49-9FF2-C8B06CA0F580}" type="presParOf" srcId="{51A30442-59BF-2247-9B18-0DC5C964A990}" destId="{9A01C6C4-A080-1C43-9B03-5ACB748C2F3F}" srcOrd="1" destOrd="0" presId="urn:microsoft.com/office/officeart/2005/8/layout/venn1"/>
    <dgm:cxn modelId="{3BD0784B-6E4B-9042-8262-19B9FBEEBAA8}" type="presParOf" srcId="{51A30442-59BF-2247-9B18-0DC5C964A990}" destId="{1A316A81-54F2-B746-B04B-CFC5C869E4E8}" srcOrd="2" destOrd="0" presId="urn:microsoft.com/office/officeart/2005/8/layout/venn1"/>
    <dgm:cxn modelId="{06E71C95-F1B1-C441-9BD9-B10C88A3B2B5}" type="presParOf" srcId="{51A30442-59BF-2247-9B18-0DC5C964A990}" destId="{2F965E7F-56AA-CC41-8630-637CC89EA5BE}" srcOrd="3" destOrd="0" presId="urn:microsoft.com/office/officeart/2005/8/layout/venn1"/>
    <dgm:cxn modelId="{B7A3730C-19A4-D941-B299-C5E997C08DBE}" type="presParOf" srcId="{51A30442-59BF-2247-9B18-0DC5C964A990}" destId="{596D5F8B-439F-8F4F-B323-434C1A14D01A}" srcOrd="4" destOrd="0" presId="urn:microsoft.com/office/officeart/2005/8/layout/venn1"/>
    <dgm:cxn modelId="{144CA4F2-B14D-D34C-B263-10AF2AECA208}" type="presParOf" srcId="{51A30442-59BF-2247-9B18-0DC5C964A990}" destId="{3A298D8B-C766-CE44-9E8F-D1876BEDDD20}" srcOrd="5" destOrd="0" presId="urn:microsoft.com/office/officeart/2005/8/layout/venn1"/>
    <dgm:cxn modelId="{48035728-138E-BB44-BE17-C49818CEBBFB}" type="presParOf" srcId="{51A30442-59BF-2247-9B18-0DC5C964A990}" destId="{B29DF226-0B54-6F49-A3C7-B5F4D11C5B20}" srcOrd="6" destOrd="0" presId="urn:microsoft.com/office/officeart/2005/8/layout/venn1"/>
    <dgm:cxn modelId="{7A413E40-57BE-C649-8C2C-A25B89A5BE63}" type="presParOf" srcId="{51A30442-59BF-2247-9B18-0DC5C964A990}" destId="{87255A15-8313-2A40-9928-831021765CD1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6EF1CD-793F-3C40-B3E9-A27EE00E8EDF}">
      <dsp:nvSpPr>
        <dsp:cNvPr id="0" name=""/>
        <dsp:cNvSpPr/>
      </dsp:nvSpPr>
      <dsp:spPr>
        <a:xfrm>
          <a:off x="3324224" y="47228"/>
          <a:ext cx="2266950" cy="226695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Bible</a:t>
          </a:r>
        </a:p>
      </dsp:txBody>
      <dsp:txXfrm>
        <a:off x="3626485" y="443944"/>
        <a:ext cx="1662430" cy="1020127"/>
      </dsp:txXfrm>
    </dsp:sp>
    <dsp:sp modelId="{1A316A81-54F2-B746-B04B-CFC5C869E4E8}">
      <dsp:nvSpPr>
        <dsp:cNvPr id="0" name=""/>
        <dsp:cNvSpPr/>
      </dsp:nvSpPr>
      <dsp:spPr>
        <a:xfrm>
          <a:off x="4142216" y="1464071"/>
          <a:ext cx="2266950" cy="226695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Audience</a:t>
          </a:r>
        </a:p>
      </dsp:txBody>
      <dsp:txXfrm>
        <a:off x="4835525" y="2049700"/>
        <a:ext cx="1360170" cy="1246822"/>
      </dsp:txXfrm>
    </dsp:sp>
    <dsp:sp modelId="{D70C9E98-22FB-A245-B8EF-8CCEC79952E9}">
      <dsp:nvSpPr>
        <dsp:cNvPr id="0" name=""/>
        <dsp:cNvSpPr/>
      </dsp:nvSpPr>
      <dsp:spPr>
        <a:xfrm>
          <a:off x="2506233" y="1464071"/>
          <a:ext cx="2266950" cy="226695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Author</a:t>
          </a:r>
        </a:p>
      </dsp:txBody>
      <dsp:txXfrm>
        <a:off x="2719705" y="2049700"/>
        <a:ext cx="1360170" cy="12468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6EF1CD-793F-3C40-B3E9-A27EE00E8EDF}">
      <dsp:nvSpPr>
        <dsp:cNvPr id="0" name=""/>
        <dsp:cNvSpPr/>
      </dsp:nvSpPr>
      <dsp:spPr>
        <a:xfrm>
          <a:off x="303452" y="0"/>
          <a:ext cx="3757696" cy="375769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Bible</a:t>
          </a:r>
        </a:p>
      </dsp:txBody>
      <dsp:txXfrm>
        <a:off x="828175" y="443113"/>
        <a:ext cx="2166599" cy="2871470"/>
      </dsp:txXfrm>
    </dsp:sp>
    <dsp:sp modelId="{1A316A81-54F2-B746-B04B-CFC5C869E4E8}">
      <dsp:nvSpPr>
        <dsp:cNvPr id="0" name=""/>
        <dsp:cNvSpPr/>
      </dsp:nvSpPr>
      <dsp:spPr>
        <a:xfrm>
          <a:off x="3932976" y="10276"/>
          <a:ext cx="3757696" cy="375769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Audience</a:t>
          </a:r>
        </a:p>
      </dsp:txBody>
      <dsp:txXfrm>
        <a:off x="4999349" y="453390"/>
        <a:ext cx="2166599" cy="2871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6EF1CD-793F-3C40-B3E9-A27EE00E8EDF}">
      <dsp:nvSpPr>
        <dsp:cNvPr id="0" name=""/>
        <dsp:cNvSpPr/>
      </dsp:nvSpPr>
      <dsp:spPr>
        <a:xfrm>
          <a:off x="776997" y="16326"/>
          <a:ext cx="3757696" cy="375769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Bible</a:t>
          </a:r>
        </a:p>
      </dsp:txBody>
      <dsp:txXfrm>
        <a:off x="1301720" y="459439"/>
        <a:ext cx="2166599" cy="2871470"/>
      </dsp:txXfrm>
    </dsp:sp>
    <dsp:sp modelId="{1A316A81-54F2-B746-B04B-CFC5C869E4E8}">
      <dsp:nvSpPr>
        <dsp:cNvPr id="0" name=""/>
        <dsp:cNvSpPr/>
      </dsp:nvSpPr>
      <dsp:spPr>
        <a:xfrm>
          <a:off x="3704358" y="20553"/>
          <a:ext cx="3757696" cy="375769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Audience</a:t>
          </a:r>
        </a:p>
      </dsp:txBody>
      <dsp:txXfrm>
        <a:off x="4770731" y="463666"/>
        <a:ext cx="2166599" cy="28714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6EF1CD-793F-3C40-B3E9-A27EE00E8EDF}">
      <dsp:nvSpPr>
        <dsp:cNvPr id="0" name=""/>
        <dsp:cNvSpPr/>
      </dsp:nvSpPr>
      <dsp:spPr>
        <a:xfrm>
          <a:off x="3494308" y="-161965"/>
          <a:ext cx="4539354" cy="42597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Bible</a:t>
          </a:r>
        </a:p>
      </dsp:txBody>
      <dsp:txXfrm>
        <a:off x="4018080" y="411461"/>
        <a:ext cx="3491810" cy="1351648"/>
      </dsp:txXfrm>
    </dsp:sp>
    <dsp:sp modelId="{1A316A81-54F2-B746-B04B-CFC5C869E4E8}">
      <dsp:nvSpPr>
        <dsp:cNvPr id="0" name=""/>
        <dsp:cNvSpPr/>
      </dsp:nvSpPr>
      <dsp:spPr>
        <a:xfrm>
          <a:off x="5031656" y="1798894"/>
          <a:ext cx="3353888" cy="335388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Audience</a:t>
          </a:r>
        </a:p>
      </dsp:txBody>
      <dsp:txXfrm>
        <a:off x="6837596" y="2185882"/>
        <a:ext cx="1289957" cy="2579914"/>
      </dsp:txXfrm>
    </dsp:sp>
    <dsp:sp modelId="{596D5F8B-439F-8F4F-B323-434C1A14D01A}">
      <dsp:nvSpPr>
        <dsp:cNvPr id="0" name=""/>
        <dsp:cNvSpPr/>
      </dsp:nvSpPr>
      <dsp:spPr>
        <a:xfrm>
          <a:off x="4087041" y="2882293"/>
          <a:ext cx="3353888" cy="335388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Audience</a:t>
          </a:r>
        </a:p>
      </dsp:txBody>
      <dsp:txXfrm>
        <a:off x="4474028" y="4720482"/>
        <a:ext cx="2579914" cy="1064214"/>
      </dsp:txXfrm>
    </dsp:sp>
    <dsp:sp modelId="{B29DF226-0B54-6F49-A3C7-B5F4D11C5B20}">
      <dsp:nvSpPr>
        <dsp:cNvPr id="0" name=""/>
        <dsp:cNvSpPr/>
      </dsp:nvSpPr>
      <dsp:spPr>
        <a:xfrm>
          <a:off x="3093459" y="1798894"/>
          <a:ext cx="3353888" cy="335388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Author</a:t>
          </a:r>
        </a:p>
      </dsp:txBody>
      <dsp:txXfrm>
        <a:off x="3351450" y="2185882"/>
        <a:ext cx="1289957" cy="2579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F1E992-B14A-4FD5-8E41-E19C83492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69C544B6-3EB8-40C0-BBA0-D6825A339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008ED5F3-C2B0-4C4B-864A-381723C87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23CC4B0B-BFBC-4B5D-87E1-9E6415263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C346C5BB-C560-432B-B712-CC4188B6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A5D527C1-B6DA-42CF-8499-7561AF3C1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79811171-A408-48D1-B498-29EEB218D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CAB35AA3-C384-40C1-972D-E9CF2ECEB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F1FB2FB4-BDB4-49C0-B229-C44C3A652A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5">
              <a:extLst>
                <a:ext uri="{FF2B5EF4-FFF2-40B4-BE49-F238E27FC236}">
                  <a16:creationId xmlns:a16="http://schemas.microsoft.com/office/drawing/2014/main" id="{911B13BF-C299-4EDA-AC49-B43C6E01B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6">
              <a:extLst>
                <a:ext uri="{FF2B5EF4-FFF2-40B4-BE49-F238E27FC236}">
                  <a16:creationId xmlns:a16="http://schemas.microsoft.com/office/drawing/2014/main" id="{46744126-7C1B-4B5B-BBB2-8F25CE557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7">
              <a:extLst>
                <a:ext uri="{FF2B5EF4-FFF2-40B4-BE49-F238E27FC236}">
                  <a16:creationId xmlns:a16="http://schemas.microsoft.com/office/drawing/2014/main" id="{5DCDFB75-55EC-4221-A026-2DF2C8ACB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F9DB045F-5C45-45BF-AFCB-2EA8DE14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3" name="Freeform 11">
            <a:extLst>
              <a:ext uri="{FF2B5EF4-FFF2-40B4-BE49-F238E27FC236}">
                <a16:creationId xmlns:a16="http://schemas.microsoft.com/office/drawing/2014/main" id="{1E86F813-D67B-409D-AA77-FA8878C2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0BB6E0-44F4-4938-8070-5992040BD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BD663-7DDA-B349-A627-C3A83BEEF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8969" y="804335"/>
            <a:ext cx="5768697" cy="5249332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Orality and Bible Translation</a:t>
            </a:r>
          </a:p>
        </p:txBody>
      </p:sp>
    </p:spTree>
    <p:extLst>
      <p:ext uri="{BB962C8B-B14F-4D97-AF65-F5344CB8AC3E}">
        <p14:creationId xmlns:p14="http://schemas.microsoft.com/office/powerpoint/2010/main" val="4193955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7BC50-C9B9-9A47-980D-00A16F93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Approaches to Orality and Scripture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87E3A-D242-4346-B006-1C1DB0C06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Oral-Aural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30E25-92E7-9243-A895-B2E44A1262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Focuses on orality inherent in the biblical text</a:t>
            </a:r>
          </a:p>
          <a:p>
            <a:r>
              <a:rPr lang="en-US" dirty="0"/>
              <a:t>A focus on the performative nature of oral traditions</a:t>
            </a:r>
          </a:p>
          <a:p>
            <a:r>
              <a:rPr lang="en-US" dirty="0"/>
              <a:t>Founded upon notion of an ‘oral’ Hebrew Bible</a:t>
            </a:r>
          </a:p>
          <a:p>
            <a:r>
              <a:rPr lang="en-US" dirty="0"/>
              <a:t>Focus on sound and performance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E7E28-B540-4646-B8A8-798603418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Sociolinguistic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2DBA13-8098-B04E-BF0A-35ABB84FF2C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Audience focus</a:t>
            </a:r>
          </a:p>
          <a:p>
            <a:r>
              <a:rPr lang="en-US" dirty="0"/>
              <a:t>Limited literacy</a:t>
            </a:r>
          </a:p>
          <a:p>
            <a:r>
              <a:rPr lang="en-US" dirty="0"/>
              <a:t>Founded in anthropology, psychiatry, linguistics and philology</a:t>
            </a:r>
          </a:p>
          <a:p>
            <a:r>
              <a:rPr lang="en-US" dirty="0"/>
              <a:t>Focus on language and cognition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98CE5-431F-C340-834D-F4FCB72C4D90}"/>
              </a:ext>
            </a:extLst>
          </p:cNvPr>
          <p:cNvSpPr txBox="1"/>
          <p:nvPr/>
        </p:nvSpPr>
        <p:spPr>
          <a:xfrm>
            <a:off x="2166712" y="5617206"/>
            <a:ext cx="9764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Vries, Laurens de. “Views of orality and the translation of the Bible.” In </a:t>
            </a:r>
            <a:r>
              <a:rPr lang="en-US" i="1" dirty="0"/>
              <a:t>Orality and translation</a:t>
            </a:r>
            <a:r>
              <a:rPr lang="en-US" dirty="0"/>
              <a:t>, edited by Paul F. </a:t>
            </a:r>
            <a:r>
              <a:rPr lang="en-US" dirty="0" err="1"/>
              <a:t>Bandia</a:t>
            </a:r>
            <a:r>
              <a:rPr lang="en-US" dirty="0"/>
              <a:t>. London: Routledge, Taylor &amp; Francis Group, 2017.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61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56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F824F-0DA9-5447-B187-A9AD4CE0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15" y="1318590"/>
            <a:ext cx="510215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Orality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94621-3CCD-D646-8FBD-666AADC7F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2032" y="804334"/>
            <a:ext cx="3675634" cy="52493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Can mean different things to different people. </a:t>
            </a:r>
          </a:p>
        </p:txBody>
      </p:sp>
    </p:spTree>
    <p:extLst>
      <p:ext uri="{BB962C8B-B14F-4D97-AF65-F5344CB8AC3E}">
        <p14:creationId xmlns:p14="http://schemas.microsoft.com/office/powerpoint/2010/main" val="87385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0E0F3-5EC7-C448-B4DD-9E178A0C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750" y="996951"/>
            <a:ext cx="4482661" cy="1788289"/>
          </a:xfrm>
        </p:spPr>
        <p:txBody>
          <a:bodyPr>
            <a:normAutofit/>
          </a:bodyPr>
          <a:lstStyle/>
          <a:p>
            <a:r>
              <a:rPr lang="en-US" sz="5400" dirty="0"/>
              <a:t>Orality and Scripture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04D7B-9F2F-4145-BA31-5BF399C1C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6112367"/>
          </a:xfrm>
        </p:spPr>
        <p:txBody>
          <a:bodyPr>
            <a:normAutofit/>
          </a:bodyPr>
          <a:lstStyle/>
          <a:p>
            <a:r>
              <a:rPr lang="en-US" sz="2400" dirty="0"/>
              <a:t>Dynamic interface between oral and textuality</a:t>
            </a:r>
          </a:p>
          <a:p>
            <a:endParaRPr lang="en-US" sz="2400" dirty="0"/>
          </a:p>
          <a:p>
            <a:r>
              <a:rPr lang="en-US" sz="2400" dirty="0"/>
              <a:t>Rejection of the Great-Divide</a:t>
            </a:r>
          </a:p>
          <a:p>
            <a:endParaRPr lang="en-US" sz="2400" dirty="0"/>
          </a:p>
          <a:p>
            <a:r>
              <a:rPr lang="en-US" sz="2400" dirty="0"/>
              <a:t>Scribal culture</a:t>
            </a:r>
          </a:p>
          <a:p>
            <a:pPr lvl="1"/>
            <a:r>
              <a:rPr lang="en-US" sz="2000" dirty="0"/>
              <a:t>Scripture as </a:t>
            </a:r>
            <a:r>
              <a:rPr lang="en-US" sz="2000" i="1" dirty="0"/>
              <a:t>aide-memoire</a:t>
            </a:r>
          </a:p>
          <a:p>
            <a:pPr lvl="1"/>
            <a:r>
              <a:rPr lang="en-US" sz="2000" dirty="0"/>
              <a:t>Performative Nature of Scripture</a:t>
            </a:r>
          </a:p>
          <a:p>
            <a:pPr lvl="1"/>
            <a:endParaRPr lang="en-US" sz="2000" dirty="0"/>
          </a:p>
          <a:p>
            <a:r>
              <a:rPr lang="en-US" sz="2400" dirty="0"/>
              <a:t>Oral Hermeneutics</a:t>
            </a:r>
          </a:p>
          <a:p>
            <a:pPr lvl="1"/>
            <a:r>
              <a:rPr lang="en-US" sz="2000" dirty="0"/>
              <a:t>Embodied Cognition</a:t>
            </a:r>
          </a:p>
          <a:p>
            <a:pPr lvl="1"/>
            <a:r>
              <a:rPr lang="en-US" sz="2000" dirty="0"/>
              <a:t>Relational</a:t>
            </a:r>
          </a:p>
          <a:p>
            <a:pPr lvl="1"/>
            <a:r>
              <a:rPr lang="en-US" sz="2000" dirty="0"/>
              <a:t>Phronesis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4B9E-0AB8-C240-82FF-0DB064DD4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2" y="3226675"/>
            <a:ext cx="3505199" cy="2634373"/>
          </a:xfrm>
        </p:spPr>
        <p:txBody>
          <a:bodyPr>
            <a:normAutofit/>
          </a:bodyPr>
          <a:lstStyle/>
          <a:p>
            <a:r>
              <a:rPr lang="en-US" sz="2800" dirty="0"/>
              <a:t>Perhaps there is a middle-way?</a:t>
            </a:r>
          </a:p>
        </p:txBody>
      </p:sp>
    </p:spTree>
    <p:extLst>
      <p:ext uri="{BB962C8B-B14F-4D97-AF65-F5344CB8AC3E}">
        <p14:creationId xmlns:p14="http://schemas.microsoft.com/office/powerpoint/2010/main" val="116293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55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99ECC-E0A3-4F4C-B9ED-E1EBED487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15" y="1318590"/>
            <a:ext cx="510215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How does this impact translation/consulting?</a:t>
            </a:r>
          </a:p>
        </p:txBody>
      </p:sp>
    </p:spTree>
    <p:extLst>
      <p:ext uri="{BB962C8B-B14F-4D97-AF65-F5344CB8AC3E}">
        <p14:creationId xmlns:p14="http://schemas.microsoft.com/office/powerpoint/2010/main" val="1280468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12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8" name="Group 26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50" name="Rectangle 40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2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B5A23F-7276-435D-91DA-09104D777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354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F3ECD7F-BF61-4CB1-AA15-464BB771E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66F1B29-3A08-4DB7-9F92-4C09B3BCF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chemeClr val="bg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44A5AAD1-9616-4E1C-B3AC-E5497A6A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Shape 366">
            <a:extLst>
              <a:ext uri="{FF2B5EF4-FFF2-40B4-BE49-F238E27FC236}">
                <a16:creationId xmlns:a16="http://schemas.microsoft.com/office/drawing/2014/main" id="{06983833-A7CB-094E-B0A2-8A110FC08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solidFill>
                  <a:srgbClr val="FEFFFF"/>
                </a:solidFill>
              </a:rPr>
              <a:t>Cognition</a:t>
            </a:r>
          </a:p>
        </p:txBody>
      </p:sp>
      <p:sp>
        <p:nvSpPr>
          <p:cNvPr id="7" name="Shape 367">
            <a:extLst>
              <a:ext uri="{FF2B5EF4-FFF2-40B4-BE49-F238E27FC236}">
                <a16:creationId xmlns:a16="http://schemas.microsoft.com/office/drawing/2014/main" id="{8865BF2B-DB46-1C47-85DE-72F175D5A65C}"/>
              </a:ext>
            </a:extLst>
          </p:cNvPr>
          <p:cNvSpPr txBox="1">
            <a:spLocks/>
          </p:cNvSpPr>
          <p:nvPr/>
        </p:nvSpPr>
        <p:spPr>
          <a:xfrm>
            <a:off x="541866" y="2032000"/>
            <a:ext cx="7145867" cy="3879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FEFFFF"/>
                </a:solidFill>
              </a:rPr>
              <a:t>Perceiving</a:t>
            </a:r>
          </a:p>
          <a:p>
            <a:r>
              <a:rPr lang="en-US" sz="3200" dirty="0">
                <a:solidFill>
                  <a:srgbClr val="FEFFFF"/>
                </a:solidFill>
              </a:rPr>
              <a:t>Reasoning</a:t>
            </a:r>
          </a:p>
          <a:p>
            <a:r>
              <a:rPr lang="en-US" sz="3200" dirty="0">
                <a:solidFill>
                  <a:srgbClr val="FEFFFF"/>
                </a:solidFill>
              </a:rPr>
              <a:t>Learning</a:t>
            </a:r>
          </a:p>
          <a:p>
            <a:r>
              <a:rPr lang="en-US" sz="3200" dirty="0">
                <a:solidFill>
                  <a:srgbClr val="FEFFFF"/>
                </a:solidFill>
              </a:rPr>
              <a:t>Evaluating</a:t>
            </a:r>
          </a:p>
          <a:p>
            <a:r>
              <a:rPr lang="en-US" sz="3200" dirty="0">
                <a:solidFill>
                  <a:srgbClr val="FEFFFF"/>
                </a:solidFill>
              </a:rPr>
              <a:t>Remembering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5888E3-99AF-414C-AA84-7AC677D1D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057" y="2468953"/>
            <a:ext cx="3001931" cy="29885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319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6167D22-B2B2-4469-BE4E-6B0DC972E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27E2F65-D0DD-4710-977A-873706F90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48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BF5EA56C-FECA-EB49-BA1A-911FFF2FEC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88" r="7793"/>
          <a:stretch/>
        </p:blipFill>
        <p:spPr>
          <a:xfrm>
            <a:off x="3461657" y="506186"/>
            <a:ext cx="6288348" cy="4001676"/>
          </a:xfrm>
          <a:prstGeom prst="rect">
            <a:avLst/>
          </a:prstGeom>
          <a:noFill/>
        </p:spPr>
      </p:pic>
      <p:sp>
        <p:nvSpPr>
          <p:cNvPr id="80" name="Title 3">
            <a:extLst>
              <a:ext uri="{FF2B5EF4-FFF2-40B4-BE49-F238E27FC236}">
                <a16:creationId xmlns:a16="http://schemas.microsoft.com/office/drawing/2014/main" id="{776349ED-3392-A44E-97C3-3FE96AF88089}"/>
              </a:ext>
            </a:extLst>
          </p:cNvPr>
          <p:cNvSpPr txBox="1">
            <a:spLocks/>
          </p:cNvSpPr>
          <p:nvPr/>
        </p:nvSpPr>
        <p:spPr>
          <a:xfrm>
            <a:off x="1333500" y="4698933"/>
            <a:ext cx="10795000" cy="1016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Cognition as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974737B9-377D-F94D-8341-02916B9871FF}"/>
              </a:ext>
            </a:extLst>
          </p:cNvPr>
          <p:cNvSpPr txBox="1">
            <a:spLocks/>
          </p:cNvSpPr>
          <p:nvPr/>
        </p:nvSpPr>
        <p:spPr>
          <a:xfrm>
            <a:off x="1397000" y="5714934"/>
            <a:ext cx="10795000" cy="762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4400" dirty="0">
                <a:latin typeface="Arial Narrow" panose="020B0604020202020204" pitchFamily="34" charset="0"/>
                <a:cs typeface="Arial Narrow" panose="020B0604020202020204" pitchFamily="34" charset="0"/>
              </a:rPr>
              <a:t>Computational Processing</a:t>
            </a:r>
          </a:p>
        </p:txBody>
      </p:sp>
    </p:spTree>
    <p:extLst>
      <p:ext uri="{BB962C8B-B14F-4D97-AF65-F5344CB8AC3E}">
        <p14:creationId xmlns:p14="http://schemas.microsoft.com/office/powerpoint/2010/main" val="3153417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3262980-E907-4930-9E6E-3DC2025C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55B4C-E29F-3B4B-8150-06D42621B7E4}"/>
              </a:ext>
            </a:extLst>
          </p:cNvPr>
          <p:cNvSpPr txBox="1">
            <a:spLocks/>
          </p:cNvSpPr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/>
              <a:t>Oral Cognition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D53EBD-B361-45AD-8ABF-9270B20B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9F2770-149F-554F-858D-ECC37FD777E1}"/>
              </a:ext>
            </a:extLst>
          </p:cNvPr>
          <p:cNvSpPr txBox="1">
            <a:spLocks/>
          </p:cNvSpPr>
          <p:nvPr/>
        </p:nvSpPr>
        <p:spPr>
          <a:xfrm>
            <a:off x="649225" y="1569238"/>
            <a:ext cx="3650278" cy="4323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The world invades our neat computations</a:t>
            </a:r>
          </a:p>
          <a:p>
            <a:r>
              <a:rPr lang="en-US" sz="2400" dirty="0"/>
              <a:t>Educational philosophy has tended to interiorize cognition</a:t>
            </a:r>
          </a:p>
          <a:p>
            <a:r>
              <a:rPr lang="en-US" sz="2400" dirty="0"/>
              <a:t>Descartes’ Cogito - ”I think, therefore I am.”</a:t>
            </a:r>
          </a:p>
          <a:p>
            <a:pPr marL="0" indent="0"/>
            <a:endParaRPr lang="en-US" dirty="0"/>
          </a:p>
        </p:txBody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DA1A4CE7-6399-4B37-ACE2-CFC4B407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33EE7BBA-2C64-094E-80BE-E9C3ABB9AC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90" r="-1" b="-1"/>
          <a:stretch/>
        </p:blipFill>
        <p:spPr>
          <a:xfrm>
            <a:off x="4619543" y="10"/>
            <a:ext cx="7572457" cy="68532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9446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6167D22-B2B2-4469-BE4E-6B0DC972E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3717F8-C00A-5141-ABD7-C6811D5282E1}"/>
              </a:ext>
            </a:extLst>
          </p:cNvPr>
          <p:cNvSpPr txBox="1">
            <a:spLocks/>
          </p:cNvSpPr>
          <p:nvPr/>
        </p:nvSpPr>
        <p:spPr>
          <a:xfrm>
            <a:off x="2589213" y="4775200"/>
            <a:ext cx="8915399" cy="823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 am, therefore, I think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27E2F65-D0DD-4710-977A-873706F90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48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A04A83-9978-3145-8491-6B0B54F9B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634963"/>
            <a:ext cx="8335076" cy="38549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1050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31E4C-327A-D24A-A54C-FC17E2D61B18}"/>
              </a:ext>
            </a:extLst>
          </p:cNvPr>
          <p:cNvSpPr txBox="1">
            <a:spLocks/>
          </p:cNvSpPr>
          <p:nvPr/>
        </p:nvSpPr>
        <p:spPr>
          <a:xfrm>
            <a:off x="1687669" y="624110"/>
            <a:ext cx="413705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sz="3200" b="1"/>
              <a:t>Embodied Cognition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1CAC7-4873-254D-BC0A-44A98F36EB6E}"/>
              </a:ext>
            </a:extLst>
          </p:cNvPr>
          <p:cNvSpPr txBox="1"/>
          <p:nvPr/>
        </p:nvSpPr>
        <p:spPr>
          <a:xfrm>
            <a:off x="1683956" y="2133600"/>
            <a:ext cx="4140772" cy="377762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lIns="91440" tIns="45720" rIns="91440" bIns="45720" numCol="1" spcCol="38100" rtlCol="0">
            <a:normAutofit/>
          </a:bodyPr>
          <a:lstStyle/>
          <a:p>
            <a:pPr marL="0" marR="0" indent="0" fontAlgn="auto">
              <a:spcBef>
                <a:spcPts val="1000"/>
              </a:spcBef>
              <a:buClr>
                <a:schemeClr val="accent1"/>
              </a:buClr>
              <a:buSzTx/>
              <a:buFont typeface="Wingdings 3" charset="2"/>
              <a:buChar char=""/>
              <a:tabLst/>
            </a:pPr>
            <a:r>
              <a:rPr lang="en-US" sz="4400" b="1" dirty="0"/>
              <a:t>g</a:t>
            </a:r>
            <a:r>
              <a:rPr kumimoji="0" lang="en-US" sz="4400" b="1" u="none" strike="noStrike" cap="none" spc="0" normalizeH="0" baseline="0" dirty="0">
                <a:ln>
                  <a:noFill/>
                </a:ln>
                <a:effectLst/>
                <a:uFillTx/>
                <a:sym typeface="Papyrus"/>
              </a:rPr>
              <a:t>rounded</a:t>
            </a:r>
          </a:p>
          <a:p>
            <a:pPr marL="0" marR="0" indent="0" fontAlgn="auto">
              <a:spcBef>
                <a:spcPts val="1000"/>
              </a:spcBef>
              <a:buClr>
                <a:schemeClr val="accent1"/>
              </a:buClr>
              <a:buSzTx/>
              <a:tabLst/>
            </a:pPr>
            <a:r>
              <a:rPr kumimoji="0" lang="en-US" sz="2000" u="none" strike="noStrike" cap="none" spc="0" normalizeH="0" baseline="0" dirty="0">
                <a:ln>
                  <a:noFill/>
                </a:ln>
                <a:effectLst/>
                <a:uFillTx/>
                <a:sym typeface="Papyrus"/>
              </a:rPr>
              <a:t>Relates to the physical world.</a:t>
            </a:r>
          </a:p>
        </p:txBody>
      </p:sp>
      <p:pic>
        <p:nvPicPr>
          <p:cNvPr id="3" name="Picture Placeholder 6">
            <a:extLst>
              <a:ext uri="{FF2B5EF4-FFF2-40B4-BE49-F238E27FC236}">
                <a16:creationId xmlns:a16="http://schemas.microsoft.com/office/drawing/2014/main" id="{2CCF8875-44CD-054E-BE3F-0EDF62DF69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19" r="9367" b="-1"/>
          <a:stretch/>
        </p:blipFill>
        <p:spPr>
          <a:xfrm>
            <a:off x="6091916" y="645106"/>
            <a:ext cx="5451627" cy="5247747"/>
          </a:xfrm>
          <a:prstGeom prst="rect">
            <a:avLst/>
          </a:prstGeom>
          <a:effectLst>
            <a:softEdge rad="393700"/>
          </a:effectLst>
        </p:spPr>
      </p:pic>
    </p:spTree>
    <p:extLst>
      <p:ext uri="{BB962C8B-B14F-4D97-AF65-F5344CB8AC3E}">
        <p14:creationId xmlns:p14="http://schemas.microsoft.com/office/powerpoint/2010/main" val="4076105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63516C8-F227-4B77-9AA7-61B9A0B78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69B49E-2810-9C44-A94D-D267DF073C56}"/>
              </a:ext>
            </a:extLst>
          </p:cNvPr>
          <p:cNvSpPr txBox="1">
            <a:spLocks/>
          </p:cNvSpPr>
          <p:nvPr/>
        </p:nvSpPr>
        <p:spPr>
          <a:xfrm>
            <a:off x="7534655" y="646148"/>
            <a:ext cx="4092173" cy="13243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800" b="1"/>
              <a:t>Embodied Cognition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1B420C-C4C8-44DF-96B2-FBD101464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26FB8BEE-16B3-3640-A52E-30C49F5C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74" r="8874"/>
          <a:stretch>
            <a:fillRect/>
          </a:stretch>
        </p:blipFill>
        <p:spPr>
          <a:xfrm>
            <a:off x="1643262" y="941473"/>
            <a:ext cx="5247068" cy="4573806"/>
          </a:xfrm>
          <a:prstGeom prst="rect">
            <a:avLst/>
          </a:prstGeom>
          <a:effectLst>
            <a:softEdge rad="2540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B5E9DC-20BF-3A40-957E-5BBD5D93B6CD}"/>
              </a:ext>
            </a:extLst>
          </p:cNvPr>
          <p:cNvSpPr txBox="1"/>
          <p:nvPr/>
        </p:nvSpPr>
        <p:spPr>
          <a:xfrm>
            <a:off x="7532950" y="2255492"/>
            <a:ext cx="4093878" cy="352174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lIns="91440" tIns="45720" rIns="91440" bIns="45720" numCol="1" spcCol="38100" rtlCol="0">
            <a:normAutofit/>
          </a:bodyPr>
          <a:lstStyle/>
          <a:p>
            <a:pPr marL="0" marR="0" indent="0" fontAlgn="auto">
              <a:spcBef>
                <a:spcPts val="1000"/>
              </a:spcBef>
              <a:buClr>
                <a:schemeClr val="accent1"/>
              </a:buClr>
              <a:buSzTx/>
              <a:buFont typeface="Wingdings 3" charset="2"/>
              <a:buChar char=""/>
              <a:tabLst/>
            </a:pPr>
            <a:r>
              <a:rPr kumimoji="0" lang="en-US" sz="2800" b="1" u="none" strike="noStrike" cap="none" spc="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sym typeface="Papyrus"/>
              </a:rPr>
              <a:t>embodied</a:t>
            </a:r>
            <a:endParaRPr kumimoji="0" lang="en-US" b="1" u="none" strike="noStrike" cap="none" spc="0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sym typeface="Papyrus"/>
            </a:endParaRPr>
          </a:p>
          <a:p>
            <a:pPr marL="0" marR="0" indent="0" fontAlgn="auto">
              <a:spcBef>
                <a:spcPts val="1000"/>
              </a:spcBef>
              <a:buClr>
                <a:schemeClr val="accent1"/>
              </a:buClr>
              <a:buSzTx/>
              <a:tabLst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Sensorimotor perception</a:t>
            </a:r>
            <a:endParaRPr kumimoji="0" lang="en-US" u="none" strike="noStrike" cap="none" spc="0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sym typeface="Papyrus"/>
            </a:endParaRPr>
          </a:p>
        </p:txBody>
      </p:sp>
    </p:spTree>
    <p:extLst>
      <p:ext uri="{BB962C8B-B14F-4D97-AF65-F5344CB8AC3E}">
        <p14:creationId xmlns:p14="http://schemas.microsoft.com/office/powerpoint/2010/main" val="1425224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83062-00A1-E64C-9379-2B33DA3394DF}"/>
              </a:ext>
            </a:extLst>
          </p:cNvPr>
          <p:cNvSpPr txBox="1">
            <a:spLocks/>
          </p:cNvSpPr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Embodied Cognition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7D188-9D03-9B4A-9E27-9FEBDDF4B6A8}"/>
              </a:ext>
            </a:extLst>
          </p:cNvPr>
          <p:cNvSpPr txBox="1"/>
          <p:nvPr/>
        </p:nvSpPr>
        <p:spPr>
          <a:xfrm>
            <a:off x="649225" y="2133600"/>
            <a:ext cx="3650278" cy="375925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lIns="91440" tIns="45720" rIns="91440" bIns="45720" numCol="1" spcCol="38100" rtlCol="0">
            <a:normAutofit/>
          </a:bodyPr>
          <a:lstStyle/>
          <a:p>
            <a:pPr marL="0" marR="0" indent="0" fontAlgn="auto">
              <a:spcBef>
                <a:spcPts val="1000"/>
              </a:spcBef>
              <a:buClr>
                <a:schemeClr val="accent1"/>
              </a:buClr>
              <a:buSzTx/>
              <a:buFont typeface="Wingdings 3" charset="2"/>
              <a:buChar char=""/>
              <a:tabLst/>
            </a:pPr>
            <a:r>
              <a:rPr kumimoji="0" lang="en-US" sz="3200" b="1" u="none" strike="noStrike" cap="none" spc="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sym typeface="Papyrus"/>
              </a:rPr>
              <a:t>situated</a:t>
            </a:r>
          </a:p>
          <a:p>
            <a:pPr marL="0" marR="0" indent="0" fontAlgn="auto">
              <a:spcBef>
                <a:spcPts val="1000"/>
              </a:spcBef>
              <a:buClr>
                <a:schemeClr val="accent1"/>
              </a:buClr>
              <a:buSzTx/>
              <a:tabLst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Sociocultural context</a:t>
            </a:r>
            <a:endParaRPr kumimoji="0" lang="en-US" u="none" strike="noStrike" cap="none" spc="0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sym typeface="Papyrus"/>
            </a:endParaRPr>
          </a:p>
        </p:txBody>
      </p:sp>
      <p:pic>
        <p:nvPicPr>
          <p:cNvPr id="4" name="Picture Placeholder 6" descr="Icon&#10;&#10;Description automatically generated">
            <a:extLst>
              <a:ext uri="{FF2B5EF4-FFF2-40B4-BE49-F238E27FC236}">
                <a16:creationId xmlns:a16="http://schemas.microsoft.com/office/drawing/2014/main" id="{CAFEB743-3EEC-4243-AA05-B68BE47D85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4718" b="4718"/>
          <a:stretch/>
        </p:blipFill>
        <p:spPr>
          <a:xfrm>
            <a:off x="4619543" y="10"/>
            <a:ext cx="757245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41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55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99ECC-E0A3-4F4C-B9ED-E1EBED487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15" y="1318590"/>
            <a:ext cx="510215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How does this impact translation/consulting?</a:t>
            </a:r>
          </a:p>
        </p:txBody>
      </p:sp>
    </p:spTree>
    <p:extLst>
      <p:ext uri="{BB962C8B-B14F-4D97-AF65-F5344CB8AC3E}">
        <p14:creationId xmlns:p14="http://schemas.microsoft.com/office/powerpoint/2010/main" val="160312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73513" y="0"/>
            <a:ext cx="5613431" cy="6853245"/>
            <a:chOff x="2487613" y="285750"/>
            <a:chExt cx="2428876" cy="5654676"/>
          </a:xfrm>
          <a:solidFill>
            <a:schemeClr val="accent1"/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55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2D3BED-7942-1142-B75F-70897F662A23}"/>
              </a:ext>
            </a:extLst>
          </p:cNvPr>
          <p:cNvSpPr txBox="1">
            <a:spLocks/>
          </p:cNvSpPr>
          <p:nvPr/>
        </p:nvSpPr>
        <p:spPr>
          <a:xfrm>
            <a:off x="987215" y="1318591"/>
            <a:ext cx="5102159" cy="4220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sz="5400">
                <a:solidFill>
                  <a:srgbClr val="FFFFFF"/>
                </a:solidFill>
              </a:rPr>
              <a:t>Orality and Phronesis</a:t>
            </a:r>
          </a:p>
        </p:txBody>
      </p:sp>
    </p:spTree>
    <p:extLst>
      <p:ext uri="{BB962C8B-B14F-4D97-AF65-F5344CB8AC3E}">
        <p14:creationId xmlns:p14="http://schemas.microsoft.com/office/powerpoint/2010/main" val="161327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63516C8-F227-4B77-9AA7-61B9A0B78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8BE99-0DCB-514F-8325-821B094643D5}"/>
              </a:ext>
            </a:extLst>
          </p:cNvPr>
          <p:cNvSpPr txBox="1">
            <a:spLocks/>
          </p:cNvSpPr>
          <p:nvPr/>
        </p:nvSpPr>
        <p:spPr>
          <a:xfrm>
            <a:off x="7534655" y="646148"/>
            <a:ext cx="4092173" cy="13243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 dirty="0"/>
              <a:t>Phronesis – practical wisdom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1B420C-C4C8-44DF-96B2-FBD101464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45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4C687E32-81A0-BD48-82C7-70D628BD9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262" y="1759197"/>
            <a:ext cx="5247068" cy="29383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A40B43-A7DB-E94B-9A96-C3A32386BA13}"/>
              </a:ext>
            </a:extLst>
          </p:cNvPr>
          <p:cNvSpPr txBox="1"/>
          <p:nvPr/>
        </p:nvSpPr>
        <p:spPr>
          <a:xfrm>
            <a:off x="7532950" y="2255492"/>
            <a:ext cx="4093878" cy="3521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‘…a state of grasping the truth, involving reason, concerned with action, about what is good or bad for a human being.’</a:t>
            </a:r>
          </a:p>
          <a:p>
            <a:pPr algn="r">
              <a:spcBef>
                <a:spcPts val="1000"/>
              </a:spcBef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Aristotle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699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9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59" name="Group 23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1" name="Rectangle 37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3" name="Rectangle 41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43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58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0B2213A-3187-DB4D-BEAB-CB3C7F93F7BA}"/>
              </a:ext>
            </a:extLst>
          </p:cNvPr>
          <p:cNvSpPr txBox="1">
            <a:spLocks/>
          </p:cNvSpPr>
          <p:nvPr/>
        </p:nvSpPr>
        <p:spPr>
          <a:xfrm>
            <a:off x="5178367" y="-506296"/>
            <a:ext cx="6219103" cy="46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Oral epistemology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416BF2E-A85A-EC47-AC3B-8664333EC1E9}"/>
              </a:ext>
            </a:extLst>
          </p:cNvPr>
          <p:cNvSpPr txBox="1">
            <a:spLocks/>
          </p:cNvSpPr>
          <p:nvPr/>
        </p:nvSpPr>
        <p:spPr>
          <a:xfrm>
            <a:off x="5819495" y="2428038"/>
            <a:ext cx="4396339" cy="374173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Embodied truth</a:t>
            </a:r>
          </a:p>
          <a:p>
            <a:r>
              <a:rPr lang="en-US" sz="2800" dirty="0"/>
              <a:t>Worldview-dependent</a:t>
            </a:r>
          </a:p>
          <a:p>
            <a:pPr lvl="1"/>
            <a:r>
              <a:rPr lang="en-US" sz="2400" dirty="0"/>
              <a:t>Honor-shame </a:t>
            </a:r>
          </a:p>
          <a:p>
            <a:pPr lvl="1"/>
            <a:r>
              <a:rPr lang="en-US" sz="2400" dirty="0"/>
              <a:t>Fear-Power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47063-22E1-714A-B44C-3427E95A6FA0}"/>
              </a:ext>
            </a:extLst>
          </p:cNvPr>
          <p:cNvSpPr txBox="1"/>
          <p:nvPr/>
        </p:nvSpPr>
        <p:spPr>
          <a:xfrm>
            <a:off x="790820" y="4257454"/>
            <a:ext cx="39624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4000" dirty="0"/>
              <a:t>‘grasping truth’</a:t>
            </a:r>
          </a:p>
          <a:p>
            <a:pPr>
              <a:spcAft>
                <a:spcPts val="600"/>
              </a:spcAft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91939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EB95B4-A919-C548-B97A-939F8EF8C33C}"/>
              </a:ext>
            </a:extLst>
          </p:cNvPr>
          <p:cNvSpPr txBox="1"/>
          <p:nvPr/>
        </p:nvSpPr>
        <p:spPr>
          <a:xfrm>
            <a:off x="1259893" y="3101093"/>
            <a:ext cx="2454052" cy="30293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‘involving reason’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3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22F156D-DCB6-0445-B0D2-4ADCBA6E963C}"/>
              </a:ext>
            </a:extLst>
          </p:cNvPr>
          <p:cNvSpPr txBox="1">
            <a:spLocks/>
          </p:cNvSpPr>
          <p:nvPr/>
        </p:nvSpPr>
        <p:spPr>
          <a:xfrm>
            <a:off x="4706578" y="589722"/>
            <a:ext cx="6798033" cy="532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Oral rationality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3B066318-9DFB-1C4A-A160-7A4206B55A27}"/>
              </a:ext>
            </a:extLst>
          </p:cNvPr>
          <p:cNvSpPr txBox="1">
            <a:spLocks/>
          </p:cNvSpPr>
          <p:nvPr/>
        </p:nvSpPr>
        <p:spPr>
          <a:xfrm>
            <a:off x="5921829" y="4038600"/>
            <a:ext cx="4396339" cy="374173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High context</a:t>
            </a:r>
          </a:p>
          <a:p>
            <a:r>
              <a:rPr lang="en-US" sz="3600" dirty="0"/>
              <a:t>narrative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590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65AA83-CB8C-EE49-8F6E-90E16E12484C}"/>
              </a:ext>
            </a:extLst>
          </p:cNvPr>
          <p:cNvSpPr txBox="1"/>
          <p:nvPr/>
        </p:nvSpPr>
        <p:spPr>
          <a:xfrm>
            <a:off x="1433889" y="1059872"/>
            <a:ext cx="3012216" cy="48513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‘concerned with action’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36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F8F6DB9-8ECE-5C46-AFA5-64141E6B8B4E}"/>
              </a:ext>
            </a:extLst>
          </p:cNvPr>
          <p:cNvSpPr txBox="1">
            <a:spLocks/>
          </p:cNvSpPr>
          <p:nvPr/>
        </p:nvSpPr>
        <p:spPr>
          <a:xfrm>
            <a:off x="5280368" y="1059872"/>
            <a:ext cx="6224244" cy="4851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Oral praxis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5230975-DF0F-3D4A-8F5D-F983F04E85F0}"/>
              </a:ext>
            </a:extLst>
          </p:cNvPr>
          <p:cNvSpPr txBox="1">
            <a:spLocks/>
          </p:cNvSpPr>
          <p:nvPr/>
        </p:nvSpPr>
        <p:spPr>
          <a:xfrm>
            <a:off x="5940926" y="2415403"/>
            <a:ext cx="4396339" cy="374173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‘Don’t tell me what to think, tell me what I should do’</a:t>
            </a:r>
          </a:p>
          <a:p>
            <a:r>
              <a:rPr lang="en-US" sz="3200" dirty="0"/>
              <a:t>From knowledge to wisdom</a:t>
            </a:r>
          </a:p>
        </p:txBody>
      </p:sp>
    </p:spTree>
    <p:extLst>
      <p:ext uri="{BB962C8B-B14F-4D97-AF65-F5344CB8AC3E}">
        <p14:creationId xmlns:p14="http://schemas.microsoft.com/office/powerpoint/2010/main" val="1621063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8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58" name="Group 22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0" name="Rectangle 36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1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2" name="Rectangle 40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42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4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57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A5587DF-C143-3048-A0A7-B7C3A144887E}"/>
              </a:ext>
            </a:extLst>
          </p:cNvPr>
          <p:cNvSpPr txBox="1">
            <a:spLocks/>
          </p:cNvSpPr>
          <p:nvPr/>
        </p:nvSpPr>
        <p:spPr>
          <a:xfrm>
            <a:off x="5535936" y="186323"/>
            <a:ext cx="5880739" cy="46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Oral ethics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8DABCC07-80BC-BD42-A6C6-7879FB5D46DA}"/>
              </a:ext>
            </a:extLst>
          </p:cNvPr>
          <p:cNvSpPr txBox="1">
            <a:spLocks/>
          </p:cNvSpPr>
          <p:nvPr/>
        </p:nvSpPr>
        <p:spPr>
          <a:xfrm>
            <a:off x="6182549" y="3235953"/>
            <a:ext cx="4157147" cy="374173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Focus on community and relationships</a:t>
            </a:r>
          </a:p>
          <a:p>
            <a:r>
              <a:rPr lang="en-US" sz="3200" dirty="0"/>
              <a:t>Proverbs, songs, parables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34DF1-BA80-D246-B8E0-86A7FFD6A1D2}"/>
              </a:ext>
            </a:extLst>
          </p:cNvPr>
          <p:cNvSpPr txBox="1"/>
          <p:nvPr/>
        </p:nvSpPr>
        <p:spPr>
          <a:xfrm>
            <a:off x="1179278" y="1681511"/>
            <a:ext cx="3512463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4000" dirty="0"/>
              <a:t>‘about what is good or bad for a human being’</a:t>
            </a:r>
          </a:p>
          <a:p>
            <a:pPr>
              <a:spcAft>
                <a:spcPts val="600"/>
              </a:spcAft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93933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55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99ECC-E0A3-4F4C-B9ED-E1EBED487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15" y="1318590"/>
            <a:ext cx="510215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How does this impact translation/consulting?</a:t>
            </a:r>
          </a:p>
        </p:txBody>
      </p:sp>
    </p:spTree>
    <p:extLst>
      <p:ext uri="{BB962C8B-B14F-4D97-AF65-F5344CB8AC3E}">
        <p14:creationId xmlns:p14="http://schemas.microsoft.com/office/powerpoint/2010/main" val="302930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3C2D7E-3F2E-404E-9B30-CB12DC97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7FD00-BF97-4325-B7C2-E451F208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D7E1F1-FEEB-5446-B32A-A29CBCA1A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Scripture Engagement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D8C21-4030-9D4D-981D-14CEA17BD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3429000"/>
            <a:ext cx="9383408" cy="2327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Oral Synthesis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66AEF-EAB1-B140-BE34-5EECF51D77A8}"/>
              </a:ext>
            </a:extLst>
          </p:cNvPr>
          <p:cNvSpPr txBox="1"/>
          <p:nvPr/>
        </p:nvSpPr>
        <p:spPr>
          <a:xfrm>
            <a:off x="314325" y="5486400"/>
            <a:ext cx="11444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Kelber</a:t>
            </a:r>
            <a:r>
              <a:rPr lang="en-US" dirty="0"/>
              <a:t>, Werner H. </a:t>
            </a:r>
            <a:r>
              <a:rPr lang="en-US" i="1" dirty="0"/>
              <a:t>The Oral and the Written Gospel : The Hermeneutics of Speaking and Writing in the Synoptic Tradition, Mark, Paul, and Q</a:t>
            </a:r>
            <a:r>
              <a:rPr lang="en-US" dirty="0"/>
              <a:t>. Philadelphia: Fortress Press, 1983.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802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82B2-B0B4-D04A-BEAE-D2D59EE6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of Three Horizons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AD641A-4FD7-7142-AE28-F13F7B49C8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5402503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0489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82B2-B0B4-D04A-BEAE-D2D59EE6B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143" y="624110"/>
            <a:ext cx="9708469" cy="1280890"/>
          </a:xfrm>
        </p:spPr>
        <p:txBody>
          <a:bodyPr/>
          <a:lstStyle/>
          <a:p>
            <a:r>
              <a:rPr lang="en-US" dirty="0"/>
              <a:t>Reading = Absent Author in an Oral World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AD641A-4FD7-7142-AE28-F13F7B49C8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3267897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0570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82B2-B0B4-D04A-BEAE-D2D59EE6B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143" y="624110"/>
            <a:ext cx="9708469" cy="1280890"/>
          </a:xfrm>
        </p:spPr>
        <p:txBody>
          <a:bodyPr/>
          <a:lstStyle/>
          <a:p>
            <a:r>
              <a:rPr lang="en-US" dirty="0"/>
              <a:t>Hearing = greater access, but still an absent Author in an Oral World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AD641A-4FD7-7142-AE28-F13F7B49C8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6998814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6613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AD641A-4FD7-7142-AE28-F13F7B49C8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1733890"/>
              </p:ext>
            </p:extLst>
          </p:nvPr>
        </p:nvGraphicFramePr>
        <p:xfrm>
          <a:off x="538842" y="179614"/>
          <a:ext cx="11527971" cy="64497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0965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55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99ECC-E0A3-4F4C-B9ED-E1EBED487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15" y="1318590"/>
            <a:ext cx="510215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How does this impact translation/consulting?</a:t>
            </a:r>
          </a:p>
        </p:txBody>
      </p:sp>
    </p:spTree>
    <p:extLst>
      <p:ext uri="{BB962C8B-B14F-4D97-AF65-F5344CB8AC3E}">
        <p14:creationId xmlns:p14="http://schemas.microsoft.com/office/powerpoint/2010/main" val="326503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19DC-3C4A-BC44-9723-07AAA0DF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A489A-C2FC-F64E-AC78-736C5F888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289957"/>
            <a:ext cx="10825843" cy="533944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Botha, Pieter J. J. </a:t>
            </a:r>
            <a:r>
              <a:rPr lang="en-US" i="1" dirty="0"/>
              <a:t>Orality and Literacy in Early Christianity</a:t>
            </a:r>
            <a:r>
              <a:rPr lang="en-US" dirty="0"/>
              <a:t>. Vol. 5. Eugene, Oregon: Cascade Books, 2012.</a:t>
            </a:r>
          </a:p>
          <a:p>
            <a:r>
              <a:rPr lang="en-US" dirty="0" err="1"/>
              <a:t>Carr</a:t>
            </a:r>
            <a:r>
              <a:rPr lang="en-US" dirty="0"/>
              <a:t>, David McLain. </a:t>
            </a:r>
            <a:r>
              <a:rPr lang="en-US" i="1" dirty="0"/>
              <a:t>Writing on the Tablet of the Heart: Origins of Scripture and Literature</a:t>
            </a:r>
            <a:r>
              <a:rPr lang="en-US" dirty="0"/>
              <a:t>. Oxford ; New York: Oxford University Press, 2005.</a:t>
            </a:r>
          </a:p>
          <a:p>
            <a:r>
              <a:rPr lang="en-US" dirty="0"/>
              <a:t>Goody, Jack. </a:t>
            </a:r>
            <a:r>
              <a:rPr lang="en-US" i="1" dirty="0"/>
              <a:t>The Interface Between the Written and the Oral</a:t>
            </a:r>
            <a:r>
              <a:rPr lang="en-US" dirty="0"/>
              <a:t>. Cambridge: Cambridge University Press, 1987.</a:t>
            </a:r>
          </a:p>
          <a:p>
            <a:r>
              <a:rPr lang="en-US" dirty="0"/>
              <a:t>Horsley, Richard A., Jonathan A. Draper, John Miles Foley, and Werner H. </a:t>
            </a:r>
            <a:r>
              <a:rPr lang="en-US" dirty="0" err="1"/>
              <a:t>Kelber</a:t>
            </a:r>
            <a:r>
              <a:rPr lang="en-US" dirty="0"/>
              <a:t>. </a:t>
            </a:r>
            <a:r>
              <a:rPr lang="en-US" i="1" dirty="0"/>
              <a:t>Performing the Gospel : Orality, Memory, and Mark</a:t>
            </a:r>
            <a:r>
              <a:rPr lang="en-US" dirty="0"/>
              <a:t>. Minneapolis, MN: Fortress, 2006.</a:t>
            </a:r>
          </a:p>
          <a:p>
            <a:r>
              <a:rPr lang="en-US" dirty="0" err="1"/>
              <a:t>Kelber</a:t>
            </a:r>
            <a:r>
              <a:rPr lang="en-US" dirty="0"/>
              <a:t>, Werner H. </a:t>
            </a:r>
            <a:r>
              <a:rPr lang="en-US" i="1" dirty="0"/>
              <a:t>The Oral and the Written Gospel : The Hermeneutics of Speaking and Writing in the Synoptic Tradition, Mark, Paul, and Q</a:t>
            </a:r>
            <a:r>
              <a:rPr lang="en-US" dirty="0"/>
              <a:t>. Philadelphia: Fortress Press, 1983.</a:t>
            </a:r>
          </a:p>
          <a:p>
            <a:r>
              <a:rPr lang="en-US" dirty="0"/>
              <a:t>Maxey, James A. </a:t>
            </a:r>
            <a:r>
              <a:rPr lang="en-US" i="1" dirty="0"/>
              <a:t>From Orality to Orality: A New Paradigm for Contextual Translation of the Bible</a:t>
            </a:r>
            <a:r>
              <a:rPr lang="en-US" dirty="0"/>
              <a:t>. Eugene, Or.: Cascade Books, 2009.</a:t>
            </a:r>
          </a:p>
          <a:p>
            <a:r>
              <a:rPr lang="en-US" dirty="0"/>
              <a:t>Ong, Walter J. </a:t>
            </a:r>
            <a:r>
              <a:rPr lang="en-US" i="1" dirty="0"/>
              <a:t>Orality and Literacy : The Technologizing of the Word</a:t>
            </a:r>
            <a:r>
              <a:rPr lang="en-US" dirty="0"/>
              <a:t>. 30th anniversary ed. London: Routledge, 2012.</a:t>
            </a:r>
          </a:p>
          <a:p>
            <a:r>
              <a:rPr lang="en-US" dirty="0"/>
              <a:t>Steffen, Tom, and William </a:t>
            </a:r>
            <a:r>
              <a:rPr lang="en-US" dirty="0" err="1"/>
              <a:t>Bjoraker</a:t>
            </a:r>
            <a:r>
              <a:rPr lang="en-US" dirty="0"/>
              <a:t>. </a:t>
            </a:r>
            <a:r>
              <a:rPr lang="en-US" i="1" dirty="0"/>
              <a:t>RETURN OF ORAL HERMENEUTICS</a:t>
            </a:r>
            <a:r>
              <a:rPr lang="en-US" dirty="0"/>
              <a:t>. [</a:t>
            </a:r>
            <a:r>
              <a:rPr lang="en-US" dirty="0" err="1"/>
              <a:t>S.l.</a:t>
            </a:r>
            <a:r>
              <a:rPr lang="en-US" dirty="0"/>
              <a:t>]: WIPF &amp; STOCK PUB, 2020.</a:t>
            </a:r>
          </a:p>
          <a:p>
            <a:r>
              <a:rPr lang="en-US" dirty="0"/>
              <a:t>Vries, Laurens de. “Views of orality and the translation of the Bible.” In </a:t>
            </a:r>
            <a:r>
              <a:rPr lang="en-US" i="1" dirty="0"/>
              <a:t>Orality and translation</a:t>
            </a:r>
            <a:r>
              <a:rPr lang="en-US" dirty="0"/>
              <a:t>, edited by Paul F. </a:t>
            </a:r>
            <a:r>
              <a:rPr lang="en-US" dirty="0" err="1"/>
              <a:t>Bandia</a:t>
            </a:r>
            <a:r>
              <a:rPr lang="en-US" dirty="0"/>
              <a:t>. London: Routledge, Taylor &amp; Francis Group, 2017.</a:t>
            </a:r>
          </a:p>
          <a:p>
            <a:r>
              <a:rPr lang="en-US" dirty="0"/>
              <a:t>Wendland, Ernst R. </a:t>
            </a:r>
            <a:r>
              <a:rPr lang="en-US" i="1" dirty="0"/>
              <a:t>Orality and the Scriptures: Composition, Translation, and Transmission</a:t>
            </a:r>
            <a:r>
              <a:rPr lang="en-US" dirty="0"/>
              <a:t>. Publications in Translation and </a:t>
            </a:r>
            <a:r>
              <a:rPr lang="en-US" dirty="0" err="1"/>
              <a:t>Textlinguistics</a:t>
            </a:r>
            <a:r>
              <a:rPr lang="en-US" dirty="0"/>
              <a:t> 6. Dallas, Texas: SIL International, 2013.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4463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2827</TotalTime>
  <Words>729</Words>
  <Application>Microsoft Macintosh PowerPoint</Application>
  <PresentationFormat>Widescreen</PresentationFormat>
  <Paragraphs>105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Arial Narrow</vt:lpstr>
      <vt:lpstr>Century Gothic</vt:lpstr>
      <vt:lpstr>Wingdings 3</vt:lpstr>
      <vt:lpstr>Wisp</vt:lpstr>
      <vt:lpstr>Orality and Bible Translation</vt:lpstr>
      <vt:lpstr>Two Approaches to Orality and Scripture</vt:lpstr>
      <vt:lpstr>Orality</vt:lpstr>
      <vt:lpstr>Orality and Scripture</vt:lpstr>
      <vt:lpstr>How does this impact translation/consulting?</vt:lpstr>
      <vt:lpstr>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does this impact translation/consulting?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does this impact translation/consulting?</vt:lpstr>
      <vt:lpstr>Scripture Engagement</vt:lpstr>
      <vt:lpstr>Fusion of Three Horizons</vt:lpstr>
      <vt:lpstr>Reading = Absent Author in an Oral World</vt:lpstr>
      <vt:lpstr>Hearing = greater access, but still an absent Author in an Oral World</vt:lpstr>
      <vt:lpstr>PowerPoint Presentation</vt:lpstr>
      <vt:lpstr>How does this impact translation/consulting?</vt:lpstr>
      <vt:lpstr>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Orality and Scripture</dc:title>
  <dc:creator>Steve Stringer</dc:creator>
  <cp:lastModifiedBy>Steve Stringer</cp:lastModifiedBy>
  <cp:revision>18</cp:revision>
  <dcterms:created xsi:type="dcterms:W3CDTF">2021-03-31T19:44:12Z</dcterms:created>
  <dcterms:modified xsi:type="dcterms:W3CDTF">2021-04-14T12:25:53Z</dcterms:modified>
</cp:coreProperties>
</file>